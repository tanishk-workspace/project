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sldIdLst>
    <p:sldId id="302" r:id="rId5"/>
    <p:sldId id="317" r:id="rId6"/>
    <p:sldId id="320" r:id="rId7"/>
    <p:sldId id="318" r:id="rId8"/>
    <p:sldId id="319" r:id="rId9"/>
    <p:sldId id="307" r:id="rId10"/>
    <p:sldId id="304" r:id="rId11"/>
    <p:sldId id="305" r:id="rId12"/>
    <p:sldId id="310" r:id="rId13"/>
    <p:sldId id="306" r:id="rId14"/>
    <p:sldId id="303" r:id="rId15"/>
    <p:sldId id="309" r:id="rId16"/>
    <p:sldId id="308" r:id="rId17"/>
    <p:sldId id="312" r:id="rId18"/>
    <p:sldId id="31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FF"/>
    <a:srgbClr val="262626"/>
    <a:srgbClr val="020101"/>
    <a:srgbClr val="1615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4" autoAdjust="0"/>
    <p:restoredTop sz="94538" autoAdjust="0"/>
  </p:normalViewPr>
  <p:slideViewPr>
    <p:cSldViewPr snapToGrid="0">
      <p:cViewPr varScale="1">
        <p:scale>
          <a:sx n="70" d="100"/>
          <a:sy n="70" d="100"/>
        </p:scale>
        <p:origin x="782" y="64"/>
      </p:cViewPr>
      <p:guideLst/>
    </p:cSldViewPr>
  </p:slideViewPr>
  <p:outlineViewPr>
    <p:cViewPr>
      <p:scale>
        <a:sx n="33" d="100"/>
        <a:sy n="33" d="100"/>
      </p:scale>
      <p:origin x="0" y="0"/>
    </p:cViewPr>
  </p:outlineViewPr>
  <p:notesTextViewPr>
    <p:cViewPr>
      <p:scale>
        <a:sx n="50" d="100"/>
        <a:sy n="50" d="100"/>
      </p:scale>
      <p:origin x="0" y="0"/>
    </p:cViewPr>
  </p:notesTextViewPr>
  <p:notesViewPr>
    <p:cSldViewPr snapToGrid="0">
      <p:cViewPr varScale="1">
        <p:scale>
          <a:sx n="56" d="100"/>
          <a:sy n="56" d="100"/>
        </p:scale>
        <p:origin x="2012"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dirty="0">
                <a:solidFill>
                  <a:schemeClr val="bg1"/>
                </a:solidFill>
              </a:rPr>
              <a:t>Fuel</a:t>
            </a:r>
            <a:r>
              <a:rPr lang="en-US" sz="2000" baseline="0" dirty="0">
                <a:solidFill>
                  <a:schemeClr val="bg1"/>
                </a:solidFill>
              </a:rPr>
              <a:t> Equivalent</a:t>
            </a:r>
            <a:endParaRPr lang="en-US" sz="2000" dirty="0">
              <a:solidFill>
                <a:schemeClr val="bg1"/>
              </a:solidFill>
            </a:endParaRPr>
          </a:p>
        </c:rich>
      </c:tx>
      <c:layout>
        <c:manualLayout>
          <c:xMode val="edge"/>
          <c:yMode val="edge"/>
          <c:x val="0.62336660284254497"/>
          <c:y val="5.3524278739271437E-2"/>
        </c:manualLayout>
      </c:layout>
      <c:overlay val="0"/>
      <c:spPr>
        <a:solidFill>
          <a:schemeClr val="tx1"/>
        </a:solid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0"/>
        <c:ser>
          <c:idx val="0"/>
          <c:order val="0"/>
          <c:tx>
            <c:strRef>
              <c:f>Sheet1!$B$1</c:f>
              <c:strCache>
                <c:ptCount val="1"/>
                <c:pt idx="0">
                  <c:v>Sales</c:v>
                </c:pt>
              </c:strCache>
            </c:strRef>
          </c:tx>
          <c:spPr>
            <a:solidFill>
              <a:schemeClr val="accent2">
                <a:lumMod val="60000"/>
                <a:lumOff val="40000"/>
              </a:schemeClr>
            </a:solidFill>
            <a:ln w="19050">
              <a:solidFill>
                <a:schemeClr val="lt1"/>
              </a:solidFill>
            </a:ln>
            <a:effectLst/>
          </c:spPr>
          <c:explosion val="2"/>
          <c:cat>
            <c:strRef>
              <c:f>Sheet1!$A$2:$A$5</c:f>
              <c:strCache>
                <c:ptCount val="3"/>
                <c:pt idx="0">
                  <c:v>1st Qtr</c:v>
                </c:pt>
                <c:pt idx="1">
                  <c:v>2nd Qtr</c:v>
                </c:pt>
                <c:pt idx="2">
                  <c:v>3rd Qtr</c:v>
                </c:pt>
              </c:strCache>
            </c:strRef>
          </c:cat>
          <c:val>
            <c:numRef>
              <c:f>Sheet1!$B$2:$B$5</c:f>
              <c:numCache>
                <c:formatCode>General</c:formatCode>
                <c:ptCount val="3"/>
                <c:pt idx="0">
                  <c:v>33.33</c:v>
                </c:pt>
                <c:pt idx="1">
                  <c:v>33.33</c:v>
                </c:pt>
                <c:pt idx="2">
                  <c:v>33.33</c:v>
                </c:pt>
              </c:numCache>
            </c:numRef>
          </c:val>
          <c:extLst>
            <c:ext xmlns:c16="http://schemas.microsoft.com/office/drawing/2014/chart" uri="{C3380CC4-5D6E-409C-BE32-E72D297353CC}">
              <c16:uniqueId val="{00000000-72BF-44CC-9EFB-F7F6FDF7CA9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085546-7C7C-4B3E-ABEB-2669F1A65FB2}" type="doc">
      <dgm:prSet loTypeId="urn:microsoft.com/office/officeart/2017/3/layout/DropPinTimeline" loCatId="process" qsTypeId="urn:microsoft.com/office/officeart/2005/8/quickstyle/3d3" qsCatId="3D" csTypeId="urn:microsoft.com/office/officeart/2005/8/colors/accent1_2" csCatId="accent1" phldr="1"/>
      <dgm:spPr/>
      <dgm:t>
        <a:bodyPr/>
        <a:lstStyle/>
        <a:p>
          <a:endParaRPr lang="en-US"/>
        </a:p>
      </dgm:t>
    </dgm:pt>
    <dgm:pt modelId="{9DCEA5FC-4640-45AF-B712-7A4FD94AEF0D}">
      <dgm:prSet phldrT="[Text]" custT="1"/>
      <dgm:spPr/>
      <dgm:t>
        <a:bodyPr/>
        <a:lstStyle/>
        <a:p>
          <a:pPr>
            <a:defRPr b="1"/>
          </a:pPr>
          <a:r>
            <a:rPr lang="en-US" sz="1400" b="0" i="1" dirty="0"/>
            <a:t>Henri Bercquerel Discover radioactivity</a:t>
          </a:r>
        </a:p>
        <a:p>
          <a:pPr>
            <a:defRPr b="1"/>
          </a:pPr>
          <a:r>
            <a:rPr lang="en-US" sz="1600" dirty="0"/>
            <a:t>1896</a:t>
          </a:r>
          <a:br>
            <a:rPr lang="en-US" sz="1100" dirty="0"/>
          </a:br>
          <a:endParaRPr lang="en-US" sz="1100" dirty="0"/>
        </a:p>
      </dgm:t>
    </dgm:pt>
    <dgm:pt modelId="{929A5FD9-0612-4B79-9B59-C3C36D34A069}" type="parTrans" cxnId="{DBD99269-D7F7-4B47-B17B-A5AE402751D9}">
      <dgm:prSet/>
      <dgm:spPr/>
      <dgm:t>
        <a:bodyPr/>
        <a:lstStyle/>
        <a:p>
          <a:endParaRPr lang="en-US">
            <a:solidFill>
              <a:schemeClr val="bg1"/>
            </a:solidFill>
          </a:endParaRPr>
        </a:p>
      </dgm:t>
    </dgm:pt>
    <dgm:pt modelId="{0A99745B-BB5C-49B3-A782-8DB57641F6C9}" type="sibTrans" cxnId="{DBD99269-D7F7-4B47-B17B-A5AE402751D9}">
      <dgm:prSet/>
      <dgm:spPr/>
      <dgm:t>
        <a:bodyPr/>
        <a:lstStyle/>
        <a:p>
          <a:endParaRPr lang="en-US">
            <a:solidFill>
              <a:schemeClr val="bg1"/>
            </a:solidFill>
          </a:endParaRPr>
        </a:p>
      </dgm:t>
    </dgm:pt>
    <dgm:pt modelId="{CA6B1BA0-B2FC-48AD-8EDA-F4AAA4AF2782}">
      <dgm:prSet custT="1"/>
      <dgm:spPr/>
      <dgm:t>
        <a:bodyPr/>
        <a:lstStyle/>
        <a:p>
          <a:pPr>
            <a:defRPr b="1"/>
          </a:pPr>
          <a:r>
            <a:rPr lang="en-US" sz="1400" b="0" i="0" dirty="0"/>
            <a:t>Chicago Pile-1, USA</a:t>
          </a:r>
          <a:br>
            <a:rPr lang="en-US" sz="1100" dirty="0"/>
          </a:br>
          <a:r>
            <a:rPr lang="en-US" sz="1100" dirty="0"/>
            <a:t>1942</a:t>
          </a:r>
        </a:p>
      </dgm:t>
    </dgm:pt>
    <dgm:pt modelId="{D7D3AA07-BCB9-4212-A556-E90870FB1413}" type="parTrans" cxnId="{CD6B6EE8-3813-4EF1-BFEC-C005A3326D63}">
      <dgm:prSet/>
      <dgm:spPr/>
      <dgm:t>
        <a:bodyPr/>
        <a:lstStyle/>
        <a:p>
          <a:endParaRPr lang="en-US">
            <a:solidFill>
              <a:schemeClr val="bg1"/>
            </a:solidFill>
          </a:endParaRPr>
        </a:p>
      </dgm:t>
    </dgm:pt>
    <dgm:pt modelId="{39FB540D-D808-4040-9A37-0AC474C0212F}" type="sibTrans" cxnId="{CD6B6EE8-3813-4EF1-BFEC-C005A3326D63}">
      <dgm:prSet/>
      <dgm:spPr/>
      <dgm:t>
        <a:bodyPr/>
        <a:lstStyle/>
        <a:p>
          <a:endParaRPr lang="en-US">
            <a:solidFill>
              <a:schemeClr val="bg1"/>
            </a:solidFill>
          </a:endParaRPr>
        </a:p>
      </dgm:t>
    </dgm:pt>
    <dgm:pt modelId="{212ADAAB-D5CB-4BBC-8DAF-7340FD334994}">
      <dgm:prSet custT="1"/>
      <dgm:spPr/>
      <dgm:t>
        <a:bodyPr/>
        <a:lstStyle/>
        <a:p>
          <a:pPr>
            <a:defRPr b="1"/>
          </a:pPr>
          <a:r>
            <a:rPr lang="en-US" sz="1400" b="0" dirty="0"/>
            <a:t>Trinity, USA</a:t>
          </a:r>
          <a:br>
            <a:rPr lang="en-US" sz="1100" dirty="0"/>
          </a:br>
          <a:r>
            <a:rPr lang="en-US" sz="1100" dirty="0"/>
            <a:t>1945</a:t>
          </a:r>
        </a:p>
      </dgm:t>
    </dgm:pt>
    <dgm:pt modelId="{45F6D312-A686-491E-95E3-EFB9640CC472}" type="parTrans" cxnId="{C8C7266C-2A0C-476A-85B3-F12BE2521F4C}">
      <dgm:prSet/>
      <dgm:spPr/>
      <dgm:t>
        <a:bodyPr/>
        <a:lstStyle/>
        <a:p>
          <a:endParaRPr lang="en-US">
            <a:solidFill>
              <a:schemeClr val="bg1"/>
            </a:solidFill>
          </a:endParaRPr>
        </a:p>
      </dgm:t>
    </dgm:pt>
    <dgm:pt modelId="{AB2787E4-2A8B-428D-A4AE-2B14DCFFC4E7}" type="sibTrans" cxnId="{C8C7266C-2A0C-476A-85B3-F12BE2521F4C}">
      <dgm:prSet/>
      <dgm:spPr/>
      <dgm:t>
        <a:bodyPr/>
        <a:lstStyle/>
        <a:p>
          <a:endParaRPr lang="en-US">
            <a:solidFill>
              <a:schemeClr val="bg1"/>
            </a:solidFill>
          </a:endParaRPr>
        </a:p>
      </dgm:t>
    </dgm:pt>
    <dgm:pt modelId="{2AEE5C11-34AE-4EB7-8907-9BED418EA471}">
      <dgm:prSet custT="1"/>
      <dgm:spPr/>
      <dgm:t>
        <a:bodyPr/>
        <a:lstStyle/>
        <a:p>
          <a:r>
            <a:rPr lang="en-US" sz="1100" dirty="0"/>
            <a:t>First Nuclear test</a:t>
          </a:r>
        </a:p>
      </dgm:t>
    </dgm:pt>
    <dgm:pt modelId="{2E14AD1F-C7EA-45AE-ADC0-0EE92A6516CB}" type="parTrans" cxnId="{DD687B5C-28C8-4088-99B8-D375C5FDAE4A}">
      <dgm:prSet/>
      <dgm:spPr/>
      <dgm:t>
        <a:bodyPr/>
        <a:lstStyle/>
        <a:p>
          <a:endParaRPr lang="en-US">
            <a:solidFill>
              <a:schemeClr val="bg1"/>
            </a:solidFill>
          </a:endParaRPr>
        </a:p>
      </dgm:t>
    </dgm:pt>
    <dgm:pt modelId="{F36FDDA0-6B91-47CB-8114-B6F076E55FC8}" type="sibTrans" cxnId="{DD687B5C-28C8-4088-99B8-D375C5FDAE4A}">
      <dgm:prSet/>
      <dgm:spPr/>
      <dgm:t>
        <a:bodyPr/>
        <a:lstStyle/>
        <a:p>
          <a:endParaRPr lang="en-US">
            <a:solidFill>
              <a:schemeClr val="bg1"/>
            </a:solidFill>
          </a:endParaRPr>
        </a:p>
      </dgm:t>
    </dgm:pt>
    <dgm:pt modelId="{831701CF-77C7-46C0-A913-8CC39517BAB8}">
      <dgm:prSet phldrT="[Text]"/>
      <dgm:spPr/>
      <dgm:t>
        <a:bodyPr/>
        <a:lstStyle/>
        <a:p>
          <a:r>
            <a:rPr lang="en-US"/>
            <a:t>Radiocativity was discovered</a:t>
          </a:r>
          <a:endParaRPr lang="en-US" dirty="0"/>
        </a:p>
      </dgm:t>
    </dgm:pt>
    <dgm:pt modelId="{75156CDF-E17B-4DAD-AE37-EA44D7F37090}" type="sibTrans" cxnId="{39A11E5C-7A57-4117-A6DF-36000C29509C}">
      <dgm:prSet/>
      <dgm:spPr/>
      <dgm:t>
        <a:bodyPr/>
        <a:lstStyle/>
        <a:p>
          <a:endParaRPr lang="en-US">
            <a:solidFill>
              <a:schemeClr val="bg1"/>
            </a:solidFill>
          </a:endParaRPr>
        </a:p>
      </dgm:t>
    </dgm:pt>
    <dgm:pt modelId="{13FBC60D-3EA6-4496-BA97-C1AE8C7F8961}" type="parTrans" cxnId="{39A11E5C-7A57-4117-A6DF-36000C29509C}">
      <dgm:prSet/>
      <dgm:spPr/>
      <dgm:t>
        <a:bodyPr/>
        <a:lstStyle/>
        <a:p>
          <a:endParaRPr lang="en-US">
            <a:solidFill>
              <a:schemeClr val="bg1"/>
            </a:solidFill>
          </a:endParaRPr>
        </a:p>
      </dgm:t>
    </dgm:pt>
    <dgm:pt modelId="{6A9357C1-D66B-4A78-8F92-4314C85B803F}">
      <dgm:prSet custT="1"/>
      <dgm:spPr/>
      <dgm:t>
        <a:bodyPr/>
        <a:lstStyle/>
        <a:p>
          <a:r>
            <a:rPr lang="en-US" sz="1100" dirty="0"/>
            <a:t>First Ever Nuclear reactor</a:t>
          </a:r>
        </a:p>
      </dgm:t>
    </dgm:pt>
    <dgm:pt modelId="{2E3C8098-0695-4720-BEB6-43C89FB00420}" type="parTrans" cxnId="{E8081D94-8A07-4456-B5DD-25178823910F}">
      <dgm:prSet/>
      <dgm:spPr/>
      <dgm:t>
        <a:bodyPr/>
        <a:lstStyle/>
        <a:p>
          <a:endParaRPr lang="en-US"/>
        </a:p>
      </dgm:t>
    </dgm:pt>
    <dgm:pt modelId="{ED362680-BEAD-420B-8193-DCA19A29FF8C}" type="sibTrans" cxnId="{E8081D94-8A07-4456-B5DD-25178823910F}">
      <dgm:prSet/>
      <dgm:spPr/>
      <dgm:t>
        <a:bodyPr/>
        <a:lstStyle/>
        <a:p>
          <a:endParaRPr lang="en-US"/>
        </a:p>
      </dgm:t>
    </dgm:pt>
    <dgm:pt modelId="{7154E268-17F9-459B-A535-8139389DF871}">
      <dgm:prSet custT="1"/>
      <dgm:spPr/>
      <dgm:t>
        <a:bodyPr/>
        <a:lstStyle/>
        <a:p>
          <a:pPr>
            <a:defRPr b="1"/>
          </a:pPr>
          <a:r>
            <a:rPr lang="en-US" sz="1400" b="0" dirty="0"/>
            <a:t>IAEA, UN</a:t>
          </a:r>
          <a:br>
            <a:rPr lang="en-US" sz="1100" dirty="0"/>
          </a:br>
          <a:r>
            <a:rPr lang="en-US" sz="1100" dirty="0"/>
            <a:t>1957</a:t>
          </a:r>
        </a:p>
      </dgm:t>
    </dgm:pt>
    <dgm:pt modelId="{7453127A-37B8-49AF-B52E-01222C5E0FD6}" type="sibTrans" cxnId="{4D56D598-267E-482F-B7E8-8814011EFB59}">
      <dgm:prSet/>
      <dgm:spPr/>
      <dgm:t>
        <a:bodyPr/>
        <a:lstStyle/>
        <a:p>
          <a:endParaRPr lang="en-US"/>
        </a:p>
      </dgm:t>
    </dgm:pt>
    <dgm:pt modelId="{C49ECFAB-87A5-4B45-B3BE-71F532B294CC}" type="parTrans" cxnId="{4D56D598-267E-482F-B7E8-8814011EFB59}">
      <dgm:prSet/>
      <dgm:spPr/>
      <dgm:t>
        <a:bodyPr/>
        <a:lstStyle/>
        <a:p>
          <a:endParaRPr lang="en-US"/>
        </a:p>
      </dgm:t>
    </dgm:pt>
    <dgm:pt modelId="{64511B22-69F3-4716-BBFB-5A82F3724545}">
      <dgm:prSet custT="1"/>
      <dgm:spPr/>
      <dgm:t>
        <a:bodyPr/>
        <a:lstStyle/>
        <a:p>
          <a:r>
            <a:rPr lang="en-US" sz="1100" dirty="0"/>
            <a:t>IAEA was established.</a:t>
          </a:r>
        </a:p>
      </dgm:t>
    </dgm:pt>
    <dgm:pt modelId="{F4391A3E-7450-4D70-8BE6-B2547B2D3B70}" type="parTrans" cxnId="{572960EF-F8E0-4532-9921-BF229C099B29}">
      <dgm:prSet/>
      <dgm:spPr/>
      <dgm:t>
        <a:bodyPr/>
        <a:lstStyle/>
        <a:p>
          <a:endParaRPr lang="en-US"/>
        </a:p>
      </dgm:t>
    </dgm:pt>
    <dgm:pt modelId="{AC97A2B7-177C-446D-8EC4-C3097D4DDE82}" type="sibTrans" cxnId="{572960EF-F8E0-4532-9921-BF229C099B29}">
      <dgm:prSet/>
      <dgm:spPr/>
      <dgm:t>
        <a:bodyPr/>
        <a:lstStyle/>
        <a:p>
          <a:endParaRPr lang="en-US"/>
        </a:p>
      </dgm:t>
    </dgm:pt>
    <dgm:pt modelId="{97A26663-E3C4-4783-BE82-C036F41400E3}">
      <dgm:prSet custT="1"/>
      <dgm:spPr/>
      <dgm:t>
        <a:bodyPr/>
        <a:lstStyle/>
        <a:p>
          <a:pPr>
            <a:defRPr b="1"/>
          </a:pPr>
          <a:r>
            <a:rPr lang="en-US" sz="1400" b="0" dirty="0" err="1"/>
            <a:t>Trombay</a:t>
          </a:r>
          <a:r>
            <a:rPr lang="en-US" sz="1400" b="0" dirty="0"/>
            <a:t>, INDIA</a:t>
          </a:r>
          <a:br>
            <a:rPr lang="en-US" sz="1100" dirty="0"/>
          </a:br>
          <a:r>
            <a:rPr lang="en-US" sz="1100" dirty="0"/>
            <a:t>1954</a:t>
          </a:r>
        </a:p>
      </dgm:t>
    </dgm:pt>
    <dgm:pt modelId="{4E0DA1DA-7958-4459-9775-255D638FA4DC}" type="parTrans" cxnId="{A132C79A-A451-46FE-940F-083642C74089}">
      <dgm:prSet/>
      <dgm:spPr/>
      <dgm:t>
        <a:bodyPr/>
        <a:lstStyle/>
        <a:p>
          <a:endParaRPr lang="en-US"/>
        </a:p>
      </dgm:t>
    </dgm:pt>
    <dgm:pt modelId="{A3F51D6F-95DE-4081-9BEE-17CC39DEEB10}" type="sibTrans" cxnId="{A132C79A-A451-46FE-940F-083642C74089}">
      <dgm:prSet/>
      <dgm:spPr/>
      <dgm:t>
        <a:bodyPr/>
        <a:lstStyle/>
        <a:p>
          <a:endParaRPr lang="en-US"/>
        </a:p>
      </dgm:t>
    </dgm:pt>
    <dgm:pt modelId="{221C487F-0FC4-423F-A666-DDF03A0B46E3}">
      <dgm:prSet custT="1"/>
      <dgm:spPr/>
      <dgm:t>
        <a:bodyPr/>
        <a:lstStyle/>
        <a:p>
          <a:r>
            <a:rPr lang="en-US" sz="1100" dirty="0"/>
            <a:t>APSARA, India’s first nuclear reactor</a:t>
          </a:r>
        </a:p>
      </dgm:t>
    </dgm:pt>
    <dgm:pt modelId="{C7AA1260-1709-4288-B76F-5F9CFF93553B}" type="parTrans" cxnId="{28BEBC73-99EA-4DAE-98E7-4CB8C55F48D5}">
      <dgm:prSet/>
      <dgm:spPr/>
      <dgm:t>
        <a:bodyPr/>
        <a:lstStyle/>
        <a:p>
          <a:endParaRPr lang="en-US"/>
        </a:p>
      </dgm:t>
    </dgm:pt>
    <dgm:pt modelId="{7F2EFB00-852D-481A-975A-59CE7B5BD1DA}" type="sibTrans" cxnId="{28BEBC73-99EA-4DAE-98E7-4CB8C55F48D5}">
      <dgm:prSet/>
      <dgm:spPr/>
      <dgm:t>
        <a:bodyPr/>
        <a:lstStyle/>
        <a:p>
          <a:endParaRPr lang="en-US"/>
        </a:p>
      </dgm:t>
    </dgm:pt>
    <dgm:pt modelId="{7A5D3400-AF5B-4297-8592-4C1EDB9D0973}" type="pres">
      <dgm:prSet presAssocID="{63085546-7C7C-4B3E-ABEB-2669F1A65FB2}" presName="root" presStyleCnt="0">
        <dgm:presLayoutVars>
          <dgm:chMax/>
          <dgm:chPref/>
          <dgm:animLvl val="lvl"/>
        </dgm:presLayoutVars>
      </dgm:prSet>
      <dgm:spPr/>
    </dgm:pt>
    <dgm:pt modelId="{BD204284-1F7C-4D58-BC79-8C2DEE7E9FAF}" type="pres">
      <dgm:prSet presAssocID="{63085546-7C7C-4B3E-ABEB-2669F1A65FB2}" presName="divider" presStyleLbl="fgAcc1" presStyleIdx="0" presStyleCnt="6" custFlipVert="1" custFlipHor="1" custSzY="105708" custLinFactY="4945" custLinFactNeighborX="-7435" custLinFactNeighborY="100000"/>
      <dgm:spPr>
        <a:prstGeom prst="homePlate">
          <a:avLst/>
        </a:prstGeom>
      </dgm:spPr>
    </dgm:pt>
    <dgm:pt modelId="{46A6B157-7198-41C4-9D25-C4F8885F1B6F}" type="pres">
      <dgm:prSet presAssocID="{63085546-7C7C-4B3E-ABEB-2669F1A65FB2}" presName="nodes" presStyleCnt="0">
        <dgm:presLayoutVars>
          <dgm:chMax/>
          <dgm:chPref/>
          <dgm:animLvl val="lvl"/>
        </dgm:presLayoutVars>
      </dgm:prSet>
      <dgm:spPr/>
    </dgm:pt>
    <dgm:pt modelId="{578E6A06-6F61-48BD-9F1A-48E731D6E26D}" type="pres">
      <dgm:prSet presAssocID="{9DCEA5FC-4640-45AF-B712-7A4FD94AEF0D}" presName="composite" presStyleCnt="0"/>
      <dgm:spPr/>
    </dgm:pt>
    <dgm:pt modelId="{9F727168-E825-43C1-AF50-41E115F59C0C}" type="pres">
      <dgm:prSet presAssocID="{9DCEA5FC-4640-45AF-B712-7A4FD94AEF0D}" presName="ConnectorPoint" presStyleLbl="lnNode1" presStyleIdx="0" presStyleCnt="5"/>
      <dgm:spPr>
        <a:solidFill>
          <a:schemeClr val="accent1">
            <a:hueOff val="0"/>
            <a:satOff val="0"/>
            <a:lumOff val="0"/>
            <a:alphaOff val="0"/>
          </a:schemeClr>
        </a:solidFill>
        <a:ln w="6350">
          <a:noFill/>
        </a:ln>
        <a:effectLst/>
      </dgm:spPr>
    </dgm:pt>
    <dgm:pt modelId="{0C380CA5-521A-4949-A022-450DA9C217F5}" type="pres">
      <dgm:prSet presAssocID="{9DCEA5FC-4640-45AF-B712-7A4FD94AEF0D}" presName="DropPinPlaceHolder" presStyleCnt="0"/>
      <dgm:spPr/>
    </dgm:pt>
    <dgm:pt modelId="{19EF924A-339B-436A-9151-9C7B0B0377B9}" type="pres">
      <dgm:prSet presAssocID="{9DCEA5FC-4640-45AF-B712-7A4FD94AEF0D}" presName="DropPin" presStyleLbl="alignNode1" presStyleIdx="0" presStyleCnt="5"/>
      <dgm:spPr/>
    </dgm:pt>
    <dgm:pt modelId="{846B4BA4-33F0-43CE-A60E-B95E195AD5A9}" type="pres">
      <dgm:prSet presAssocID="{9DCEA5FC-4640-45AF-B712-7A4FD94AEF0D}" presName="Ellipse" presStyleLbl="fgAcc1" presStyleIdx="1" presStyleCnt="6"/>
      <dgm:spPr>
        <a:prstGeom prst="donut">
          <a:avLst/>
        </a:prstGeom>
      </dgm:spPr>
    </dgm:pt>
    <dgm:pt modelId="{A782CF5D-A585-4990-846A-5EDBD19A9BDB}" type="pres">
      <dgm:prSet presAssocID="{9DCEA5FC-4640-45AF-B712-7A4FD94AEF0D}" presName="L2TextContainer" presStyleLbl="revTx" presStyleIdx="0" presStyleCnt="10">
        <dgm:presLayoutVars>
          <dgm:bulletEnabled val="1"/>
        </dgm:presLayoutVars>
      </dgm:prSet>
      <dgm:spPr/>
    </dgm:pt>
    <dgm:pt modelId="{85C50C56-6DC8-4C47-8DBC-4FD6B1554AA4}" type="pres">
      <dgm:prSet presAssocID="{9DCEA5FC-4640-45AF-B712-7A4FD94AEF0D}" presName="L1TextContainer" presStyleLbl="revTx" presStyleIdx="1" presStyleCnt="10">
        <dgm:presLayoutVars>
          <dgm:chMax val="1"/>
          <dgm:chPref val="1"/>
          <dgm:bulletEnabled val="1"/>
        </dgm:presLayoutVars>
      </dgm:prSet>
      <dgm:spPr/>
    </dgm:pt>
    <dgm:pt modelId="{4F322B1B-F357-4BCD-BF34-8A0D705A1CE7}" type="pres">
      <dgm:prSet presAssocID="{9DCEA5FC-4640-45AF-B712-7A4FD94AEF0D}" presName="ConnectLine" presStyleLbl="sibTrans1D1" presStyleIdx="0" presStyleCnt="5"/>
      <dgm:spPr>
        <a:noFill/>
        <a:ln w="12700" cap="flat" cmpd="sng" algn="ctr">
          <a:solidFill>
            <a:schemeClr val="accent1">
              <a:hueOff val="0"/>
              <a:satOff val="0"/>
              <a:lumOff val="0"/>
              <a:alphaOff val="0"/>
            </a:schemeClr>
          </a:solidFill>
          <a:prstDash val="dash"/>
        </a:ln>
        <a:effectLst/>
      </dgm:spPr>
    </dgm:pt>
    <dgm:pt modelId="{9FF32B1E-94FD-475E-9959-8E0546070C5B}" type="pres">
      <dgm:prSet presAssocID="{9DCEA5FC-4640-45AF-B712-7A4FD94AEF0D}" presName="EmptyPlaceHolder" presStyleCnt="0"/>
      <dgm:spPr/>
    </dgm:pt>
    <dgm:pt modelId="{C9E000F5-B650-46EB-A3B0-FBA6593CE548}" type="pres">
      <dgm:prSet presAssocID="{0A99745B-BB5C-49B3-A782-8DB57641F6C9}" presName="spaceBetweenRectangles" presStyleCnt="0"/>
      <dgm:spPr/>
    </dgm:pt>
    <dgm:pt modelId="{B744CD57-FD23-4E62-9589-4CAC57B034E9}" type="pres">
      <dgm:prSet presAssocID="{CA6B1BA0-B2FC-48AD-8EDA-F4AAA4AF2782}" presName="composite" presStyleCnt="0"/>
      <dgm:spPr/>
    </dgm:pt>
    <dgm:pt modelId="{D891B168-1DA5-4124-931F-A51FCB8EFC11}" type="pres">
      <dgm:prSet presAssocID="{CA6B1BA0-B2FC-48AD-8EDA-F4AAA4AF2782}" presName="ConnectorPoint" presStyleLbl="lnNode1" presStyleIdx="1" presStyleCnt="5"/>
      <dgm:spPr>
        <a:solidFill>
          <a:schemeClr val="accent1">
            <a:hueOff val="0"/>
            <a:satOff val="0"/>
            <a:lumOff val="0"/>
            <a:alphaOff val="0"/>
          </a:schemeClr>
        </a:solidFill>
        <a:ln w="6350">
          <a:noFill/>
        </a:ln>
        <a:effectLst/>
      </dgm:spPr>
    </dgm:pt>
    <dgm:pt modelId="{42206762-CD73-4F82-B16A-D168E2503215}" type="pres">
      <dgm:prSet presAssocID="{CA6B1BA0-B2FC-48AD-8EDA-F4AAA4AF2782}" presName="DropPinPlaceHolder" presStyleCnt="0"/>
      <dgm:spPr/>
    </dgm:pt>
    <dgm:pt modelId="{C0DBECBF-E3AA-450B-95D4-8349AA21B4F8}" type="pres">
      <dgm:prSet presAssocID="{CA6B1BA0-B2FC-48AD-8EDA-F4AAA4AF2782}" presName="DropPin" presStyleLbl="alignNode1" presStyleIdx="1" presStyleCnt="5"/>
      <dgm:spPr/>
    </dgm:pt>
    <dgm:pt modelId="{6EDDD44C-F5E4-49AD-B1D9-346B8B8AEE8F}" type="pres">
      <dgm:prSet presAssocID="{CA6B1BA0-B2FC-48AD-8EDA-F4AAA4AF2782}" presName="Ellipse" presStyleLbl="fgAcc1" presStyleIdx="2" presStyleCnt="6"/>
      <dgm:spPr>
        <a:prstGeom prst="donut">
          <a:avLst/>
        </a:prstGeom>
      </dgm:spPr>
    </dgm:pt>
    <dgm:pt modelId="{FE564261-183D-47F9-8E7E-BCFC5023A815}" type="pres">
      <dgm:prSet presAssocID="{CA6B1BA0-B2FC-48AD-8EDA-F4AAA4AF2782}" presName="L2TextContainer" presStyleLbl="revTx" presStyleIdx="2" presStyleCnt="10">
        <dgm:presLayoutVars>
          <dgm:bulletEnabled val="1"/>
        </dgm:presLayoutVars>
      </dgm:prSet>
      <dgm:spPr/>
    </dgm:pt>
    <dgm:pt modelId="{3DA36ABE-9810-4ED4-9A55-2905E7588D06}" type="pres">
      <dgm:prSet presAssocID="{CA6B1BA0-B2FC-48AD-8EDA-F4AAA4AF2782}" presName="L1TextContainer" presStyleLbl="revTx" presStyleIdx="3" presStyleCnt="10">
        <dgm:presLayoutVars>
          <dgm:chMax val="1"/>
          <dgm:chPref val="1"/>
          <dgm:bulletEnabled val="1"/>
        </dgm:presLayoutVars>
      </dgm:prSet>
      <dgm:spPr/>
    </dgm:pt>
    <dgm:pt modelId="{4B9F5909-A57C-4893-9C8A-D5960FE9BE37}" type="pres">
      <dgm:prSet presAssocID="{CA6B1BA0-B2FC-48AD-8EDA-F4AAA4AF2782}" presName="ConnectLine" presStyleLbl="sibTrans1D1" presStyleIdx="1" presStyleCnt="5"/>
      <dgm:spPr>
        <a:xfrm>
          <a:off x="4960678" y="2690813"/>
          <a:ext cx="0" cy="1592961"/>
        </a:xfrm>
        <a:prstGeom prst="line">
          <a:avLst/>
        </a:prstGeom>
      </dgm:spPr>
    </dgm:pt>
    <dgm:pt modelId="{DEDCEF89-DB8F-4197-B2D2-2D39426E0B96}" type="pres">
      <dgm:prSet presAssocID="{CA6B1BA0-B2FC-48AD-8EDA-F4AAA4AF2782}" presName="EmptyPlaceHolder" presStyleCnt="0"/>
      <dgm:spPr/>
    </dgm:pt>
    <dgm:pt modelId="{4A96FD2F-C127-41DC-AA54-1EEBED6BA483}" type="pres">
      <dgm:prSet presAssocID="{39FB540D-D808-4040-9A37-0AC474C0212F}" presName="spaceBetweenRectangles" presStyleCnt="0"/>
      <dgm:spPr/>
    </dgm:pt>
    <dgm:pt modelId="{A1AE2BC4-A99C-4DD3-A84D-EB3461D18287}" type="pres">
      <dgm:prSet presAssocID="{212ADAAB-D5CB-4BBC-8DAF-7340FD334994}" presName="composite" presStyleCnt="0"/>
      <dgm:spPr/>
    </dgm:pt>
    <dgm:pt modelId="{278CF1E0-B1C4-4B10-A5EC-FD7EF0557E2D}" type="pres">
      <dgm:prSet presAssocID="{212ADAAB-D5CB-4BBC-8DAF-7340FD334994}" presName="ConnectorPoint" presStyleLbl="lnNode1" presStyleIdx="2" presStyleCnt="5"/>
      <dgm:spPr>
        <a:solidFill>
          <a:schemeClr val="accent1">
            <a:hueOff val="0"/>
            <a:satOff val="0"/>
            <a:lumOff val="0"/>
            <a:alphaOff val="0"/>
          </a:schemeClr>
        </a:solidFill>
        <a:ln w="6350">
          <a:noFill/>
        </a:ln>
        <a:effectLst/>
      </dgm:spPr>
    </dgm:pt>
    <dgm:pt modelId="{27B65FB4-BE6A-41E6-BBE9-8DC9F7B73486}" type="pres">
      <dgm:prSet presAssocID="{212ADAAB-D5CB-4BBC-8DAF-7340FD334994}" presName="DropPinPlaceHolder" presStyleCnt="0"/>
      <dgm:spPr/>
    </dgm:pt>
    <dgm:pt modelId="{488CC4C6-DFBC-460C-A9ED-BEDA8CC682D4}" type="pres">
      <dgm:prSet presAssocID="{212ADAAB-D5CB-4BBC-8DAF-7340FD334994}" presName="DropPin" presStyleLbl="alignNode1" presStyleIdx="2" presStyleCnt="5"/>
      <dgm:spPr/>
    </dgm:pt>
    <dgm:pt modelId="{48CA82DA-B677-461B-A08D-337683480059}" type="pres">
      <dgm:prSet presAssocID="{212ADAAB-D5CB-4BBC-8DAF-7340FD334994}" presName="Ellipse" presStyleLbl="fgAcc1" presStyleIdx="3" presStyleCnt="6"/>
      <dgm:spPr>
        <a:prstGeom prst="donut">
          <a:avLst/>
        </a:prstGeom>
      </dgm:spPr>
    </dgm:pt>
    <dgm:pt modelId="{D1646913-A3FA-4470-A3E9-C64B0A13A62A}" type="pres">
      <dgm:prSet presAssocID="{212ADAAB-D5CB-4BBC-8DAF-7340FD334994}" presName="L2TextContainer" presStyleLbl="revTx" presStyleIdx="4" presStyleCnt="10">
        <dgm:presLayoutVars>
          <dgm:bulletEnabled val="1"/>
        </dgm:presLayoutVars>
      </dgm:prSet>
      <dgm:spPr/>
    </dgm:pt>
    <dgm:pt modelId="{6EC2FC68-E1B8-4274-8090-C2C96A4CD82C}" type="pres">
      <dgm:prSet presAssocID="{212ADAAB-D5CB-4BBC-8DAF-7340FD334994}" presName="L1TextContainer" presStyleLbl="revTx" presStyleIdx="5" presStyleCnt="10">
        <dgm:presLayoutVars>
          <dgm:chMax val="1"/>
          <dgm:chPref val="1"/>
          <dgm:bulletEnabled val="1"/>
        </dgm:presLayoutVars>
      </dgm:prSet>
      <dgm:spPr/>
    </dgm:pt>
    <dgm:pt modelId="{4F41BF23-550C-4E7F-977E-3D22E3AF7B51}" type="pres">
      <dgm:prSet presAssocID="{212ADAAB-D5CB-4BBC-8DAF-7340FD334994}" presName="ConnectLine" presStyleLbl="sibTrans1D1" presStyleIdx="2" presStyleCnt="5"/>
      <dgm:spPr>
        <a:xfrm>
          <a:off x="6519360" y="1097851"/>
          <a:ext cx="0" cy="1592961"/>
        </a:xfrm>
        <a:prstGeom prst="line">
          <a:avLst/>
        </a:prstGeom>
      </dgm:spPr>
    </dgm:pt>
    <dgm:pt modelId="{5018695D-CFD4-49F8-8967-BA8A0C0A0DE1}" type="pres">
      <dgm:prSet presAssocID="{212ADAAB-D5CB-4BBC-8DAF-7340FD334994}" presName="EmptyPlaceHolder" presStyleCnt="0"/>
      <dgm:spPr/>
    </dgm:pt>
    <dgm:pt modelId="{8B7B500F-BBB9-4933-87FA-6E8BE6E5CC1D}" type="pres">
      <dgm:prSet presAssocID="{AB2787E4-2A8B-428D-A4AE-2B14DCFFC4E7}" presName="spaceBetweenRectangles" presStyleCnt="0"/>
      <dgm:spPr/>
    </dgm:pt>
    <dgm:pt modelId="{94563CE7-3B83-4B3C-9C96-DDFA7E3B598A}" type="pres">
      <dgm:prSet presAssocID="{97A26663-E3C4-4783-BE82-C036F41400E3}" presName="composite" presStyleCnt="0"/>
      <dgm:spPr/>
    </dgm:pt>
    <dgm:pt modelId="{1E65267F-0D41-49DD-8A8C-6382F5018B93}" type="pres">
      <dgm:prSet presAssocID="{97A26663-E3C4-4783-BE82-C036F41400E3}" presName="ConnectorPoint" presStyleLbl="lnNode1" presStyleIdx="3" presStyleCnt="5"/>
      <dgm:spPr>
        <a:solidFill>
          <a:schemeClr val="accent1">
            <a:hueOff val="0"/>
            <a:satOff val="0"/>
            <a:lumOff val="0"/>
            <a:alphaOff val="0"/>
          </a:schemeClr>
        </a:solidFill>
        <a:ln w="6350">
          <a:noFill/>
        </a:ln>
        <a:effectLst/>
      </dgm:spPr>
    </dgm:pt>
    <dgm:pt modelId="{FDA10866-165E-4B37-B5B1-3A0221928D5B}" type="pres">
      <dgm:prSet presAssocID="{97A26663-E3C4-4783-BE82-C036F41400E3}" presName="DropPinPlaceHolder" presStyleCnt="0"/>
      <dgm:spPr/>
    </dgm:pt>
    <dgm:pt modelId="{E76A6C42-601A-4DB2-8D79-A1B7C501E857}" type="pres">
      <dgm:prSet presAssocID="{97A26663-E3C4-4783-BE82-C036F41400E3}" presName="DropPin" presStyleLbl="alignNode1" presStyleIdx="3" presStyleCnt="5"/>
      <dgm:spPr/>
    </dgm:pt>
    <dgm:pt modelId="{A53F76D0-5BC8-4FF0-B55F-28B440562C6A}" type="pres">
      <dgm:prSet presAssocID="{97A26663-E3C4-4783-BE82-C036F41400E3}" presName="Ellipse" presStyleLbl="fgAcc1" presStyleIdx="4" presStyleCnt="6"/>
      <dgm:spPr>
        <a:solidFill>
          <a:schemeClr val="lt1">
            <a:alpha val="90000"/>
            <a:hueOff val="0"/>
            <a:satOff val="0"/>
            <a:lumOff val="0"/>
            <a:alphaOff val="0"/>
          </a:schemeClr>
        </a:solidFill>
        <a:ln>
          <a:noFill/>
        </a:ln>
        <a:effectLst/>
      </dgm:spPr>
    </dgm:pt>
    <dgm:pt modelId="{F4F9D5CD-8873-4FFC-8891-766D753EF868}" type="pres">
      <dgm:prSet presAssocID="{97A26663-E3C4-4783-BE82-C036F41400E3}" presName="L2TextContainer" presStyleLbl="revTx" presStyleIdx="6" presStyleCnt="10">
        <dgm:presLayoutVars>
          <dgm:bulletEnabled val="1"/>
        </dgm:presLayoutVars>
      </dgm:prSet>
      <dgm:spPr/>
    </dgm:pt>
    <dgm:pt modelId="{9DA08349-AD58-4FF2-9B9B-6522AD601BA8}" type="pres">
      <dgm:prSet presAssocID="{97A26663-E3C4-4783-BE82-C036F41400E3}" presName="L1TextContainer" presStyleLbl="revTx" presStyleIdx="7" presStyleCnt="10">
        <dgm:presLayoutVars>
          <dgm:chMax val="1"/>
          <dgm:chPref val="1"/>
          <dgm:bulletEnabled val="1"/>
        </dgm:presLayoutVars>
      </dgm:prSet>
      <dgm:spPr/>
    </dgm:pt>
    <dgm:pt modelId="{AF199BDA-9306-4F28-AAF8-2F9EE146EE3C}" type="pres">
      <dgm:prSet presAssocID="{97A26663-E3C4-4783-BE82-C036F41400E3}" presName="ConnectLine" presStyleLbl="sibTrans1D1" presStyleIdx="3" presStyleCnt="5"/>
      <dgm:spPr>
        <a:noFill/>
        <a:ln w="12700" cap="flat" cmpd="sng" algn="ctr">
          <a:solidFill>
            <a:schemeClr val="accent1">
              <a:hueOff val="0"/>
              <a:satOff val="0"/>
              <a:lumOff val="0"/>
              <a:alphaOff val="0"/>
            </a:schemeClr>
          </a:solidFill>
          <a:prstDash val="dash"/>
        </a:ln>
        <a:effectLst/>
      </dgm:spPr>
    </dgm:pt>
    <dgm:pt modelId="{1436E3B5-780B-420E-9816-371F36920133}" type="pres">
      <dgm:prSet presAssocID="{97A26663-E3C4-4783-BE82-C036F41400E3}" presName="EmptyPlaceHolder" presStyleCnt="0"/>
      <dgm:spPr/>
    </dgm:pt>
    <dgm:pt modelId="{8E9D5EBB-6BF0-4BF6-8143-5CCDA748B1F6}" type="pres">
      <dgm:prSet presAssocID="{A3F51D6F-95DE-4081-9BEE-17CC39DEEB10}" presName="spaceBetweenRectangles" presStyleCnt="0"/>
      <dgm:spPr/>
    </dgm:pt>
    <dgm:pt modelId="{29453F77-D9DD-4578-B628-B4CD7C6B347F}" type="pres">
      <dgm:prSet presAssocID="{7154E268-17F9-459B-A535-8139389DF871}" presName="composite" presStyleCnt="0"/>
      <dgm:spPr/>
    </dgm:pt>
    <dgm:pt modelId="{D120C39E-6D38-4EE5-85E5-65D4E4F78A42}" type="pres">
      <dgm:prSet presAssocID="{7154E268-17F9-459B-A535-8139389DF871}" presName="ConnectorPoint" presStyleLbl="lnNode1" presStyleIdx="4" presStyleCnt="5"/>
      <dgm:spPr>
        <a:solidFill>
          <a:schemeClr val="accent1">
            <a:hueOff val="0"/>
            <a:satOff val="0"/>
            <a:lumOff val="0"/>
            <a:alphaOff val="0"/>
          </a:schemeClr>
        </a:solidFill>
        <a:ln w="6350">
          <a:noFill/>
        </a:ln>
        <a:effectLst/>
      </dgm:spPr>
    </dgm:pt>
    <dgm:pt modelId="{6B8D71F2-D1BD-4638-8EC6-7F2816422986}" type="pres">
      <dgm:prSet presAssocID="{7154E268-17F9-459B-A535-8139389DF871}" presName="DropPinPlaceHolder" presStyleCnt="0"/>
      <dgm:spPr/>
    </dgm:pt>
    <dgm:pt modelId="{ABEEAC1E-5B27-4A5E-AF50-9D777BDB953A}" type="pres">
      <dgm:prSet presAssocID="{7154E268-17F9-459B-A535-8139389DF871}" presName="DropPin" presStyleLbl="alignNode1" presStyleIdx="4" presStyleCnt="5"/>
      <dgm:spPr/>
    </dgm:pt>
    <dgm:pt modelId="{B154E2C1-9063-4AA9-B68C-8E4DF16A7C86}" type="pres">
      <dgm:prSet presAssocID="{7154E268-17F9-459B-A535-8139389DF871}" presName="Ellipse" presStyleLbl="fgAcc1" presStyleIdx="5" presStyleCnt="6"/>
      <dgm:spPr>
        <a:solidFill>
          <a:schemeClr val="lt1">
            <a:alpha val="90000"/>
            <a:hueOff val="0"/>
            <a:satOff val="0"/>
            <a:lumOff val="0"/>
            <a:alphaOff val="0"/>
          </a:schemeClr>
        </a:solidFill>
        <a:ln>
          <a:noFill/>
        </a:ln>
        <a:effectLst/>
      </dgm:spPr>
    </dgm:pt>
    <dgm:pt modelId="{374212A0-BCCA-408A-8A8A-7B32E321EE80}" type="pres">
      <dgm:prSet presAssocID="{7154E268-17F9-459B-A535-8139389DF871}" presName="L2TextContainer" presStyleLbl="revTx" presStyleIdx="8" presStyleCnt="10">
        <dgm:presLayoutVars>
          <dgm:bulletEnabled val="1"/>
        </dgm:presLayoutVars>
      </dgm:prSet>
      <dgm:spPr/>
    </dgm:pt>
    <dgm:pt modelId="{D5C513E1-6979-4BFF-AF02-8CFE0922E228}" type="pres">
      <dgm:prSet presAssocID="{7154E268-17F9-459B-A535-8139389DF871}" presName="L1TextContainer" presStyleLbl="revTx" presStyleIdx="9" presStyleCnt="10">
        <dgm:presLayoutVars>
          <dgm:chMax val="1"/>
          <dgm:chPref val="1"/>
          <dgm:bulletEnabled val="1"/>
        </dgm:presLayoutVars>
      </dgm:prSet>
      <dgm:spPr/>
    </dgm:pt>
    <dgm:pt modelId="{2B4610D9-0AC2-4A4C-885B-8D5AE6810AAB}" type="pres">
      <dgm:prSet presAssocID="{7154E268-17F9-459B-A535-8139389DF871}" presName="ConnectLine" presStyleLbl="sibTrans1D1" presStyleIdx="4" presStyleCnt="5"/>
      <dgm:spPr>
        <a:noFill/>
        <a:ln w="12700" cap="flat" cmpd="sng" algn="ctr">
          <a:solidFill>
            <a:schemeClr val="accent1">
              <a:hueOff val="0"/>
              <a:satOff val="0"/>
              <a:lumOff val="0"/>
              <a:alphaOff val="0"/>
            </a:schemeClr>
          </a:solidFill>
          <a:prstDash val="dash"/>
        </a:ln>
        <a:effectLst/>
      </dgm:spPr>
    </dgm:pt>
    <dgm:pt modelId="{62F02393-78A9-4B09-92FD-A4188C266001}" type="pres">
      <dgm:prSet presAssocID="{7154E268-17F9-459B-A535-8139389DF871}" presName="EmptyPlaceHolder" presStyleCnt="0"/>
      <dgm:spPr/>
    </dgm:pt>
  </dgm:ptLst>
  <dgm:cxnLst>
    <dgm:cxn modelId="{5597870C-B835-4894-BDF6-503566B75CB2}" type="presOf" srcId="{2AEE5C11-34AE-4EB7-8907-9BED418EA471}" destId="{D1646913-A3FA-4470-A3E9-C64B0A13A62A}" srcOrd="0" destOrd="0" presId="urn:microsoft.com/office/officeart/2017/3/layout/DropPinTimeline"/>
    <dgm:cxn modelId="{39A11E5C-7A57-4117-A6DF-36000C29509C}" srcId="{9DCEA5FC-4640-45AF-B712-7A4FD94AEF0D}" destId="{831701CF-77C7-46C0-A913-8CC39517BAB8}" srcOrd="0" destOrd="0" parTransId="{13FBC60D-3EA6-4496-BA97-C1AE8C7F8961}" sibTransId="{75156CDF-E17B-4DAD-AE37-EA44D7F37090}"/>
    <dgm:cxn modelId="{DD687B5C-28C8-4088-99B8-D375C5FDAE4A}" srcId="{212ADAAB-D5CB-4BBC-8DAF-7340FD334994}" destId="{2AEE5C11-34AE-4EB7-8907-9BED418EA471}" srcOrd="0" destOrd="0" parTransId="{2E14AD1F-C7EA-45AE-ADC0-0EE92A6516CB}" sibTransId="{F36FDDA0-6B91-47CB-8114-B6F076E55FC8}"/>
    <dgm:cxn modelId="{F7D01846-C24B-4F75-B1FC-9523ABFF719E}" type="presOf" srcId="{831701CF-77C7-46C0-A913-8CC39517BAB8}" destId="{A782CF5D-A585-4990-846A-5EDBD19A9BDB}" srcOrd="0" destOrd="0" presId="urn:microsoft.com/office/officeart/2017/3/layout/DropPinTimeline"/>
    <dgm:cxn modelId="{DBD99269-D7F7-4B47-B17B-A5AE402751D9}" srcId="{63085546-7C7C-4B3E-ABEB-2669F1A65FB2}" destId="{9DCEA5FC-4640-45AF-B712-7A4FD94AEF0D}" srcOrd="0" destOrd="0" parTransId="{929A5FD9-0612-4B79-9B59-C3C36D34A069}" sibTransId="{0A99745B-BB5C-49B3-A782-8DB57641F6C9}"/>
    <dgm:cxn modelId="{C8C7266C-2A0C-476A-85B3-F12BE2521F4C}" srcId="{63085546-7C7C-4B3E-ABEB-2669F1A65FB2}" destId="{212ADAAB-D5CB-4BBC-8DAF-7340FD334994}" srcOrd="2" destOrd="0" parTransId="{45F6D312-A686-491E-95E3-EFB9640CC472}" sibTransId="{AB2787E4-2A8B-428D-A4AE-2B14DCFFC4E7}"/>
    <dgm:cxn modelId="{94975370-56DC-4BD7-9459-F896F9A0709C}" type="presOf" srcId="{7154E268-17F9-459B-A535-8139389DF871}" destId="{D5C513E1-6979-4BFF-AF02-8CFE0922E228}" srcOrd="0" destOrd="0" presId="urn:microsoft.com/office/officeart/2017/3/layout/DropPinTimeline"/>
    <dgm:cxn modelId="{28BEBC73-99EA-4DAE-98E7-4CB8C55F48D5}" srcId="{97A26663-E3C4-4783-BE82-C036F41400E3}" destId="{221C487F-0FC4-423F-A666-DDF03A0B46E3}" srcOrd="0" destOrd="0" parTransId="{C7AA1260-1709-4288-B76F-5F9CFF93553B}" sibTransId="{7F2EFB00-852D-481A-975A-59CE7B5BD1DA}"/>
    <dgm:cxn modelId="{7A0CE07E-5754-4F4F-84C9-88856C40EF7B}" type="presOf" srcId="{6A9357C1-D66B-4A78-8F92-4314C85B803F}" destId="{FE564261-183D-47F9-8E7E-BCFC5023A815}" srcOrd="0" destOrd="0" presId="urn:microsoft.com/office/officeart/2017/3/layout/DropPinTimeline"/>
    <dgm:cxn modelId="{24EC1E8C-7681-4C5E-A334-DB60E88B161D}" type="presOf" srcId="{97A26663-E3C4-4783-BE82-C036F41400E3}" destId="{9DA08349-AD58-4FF2-9B9B-6522AD601BA8}" srcOrd="0" destOrd="0" presId="urn:microsoft.com/office/officeart/2017/3/layout/DropPinTimeline"/>
    <dgm:cxn modelId="{E8081D94-8A07-4456-B5DD-25178823910F}" srcId="{CA6B1BA0-B2FC-48AD-8EDA-F4AAA4AF2782}" destId="{6A9357C1-D66B-4A78-8F92-4314C85B803F}" srcOrd="0" destOrd="0" parTransId="{2E3C8098-0695-4720-BEB6-43C89FB00420}" sibTransId="{ED362680-BEAD-420B-8193-DCA19A29FF8C}"/>
    <dgm:cxn modelId="{4D56D598-267E-482F-B7E8-8814011EFB59}" srcId="{63085546-7C7C-4B3E-ABEB-2669F1A65FB2}" destId="{7154E268-17F9-459B-A535-8139389DF871}" srcOrd="4" destOrd="0" parTransId="{C49ECFAB-87A5-4B45-B3BE-71F532B294CC}" sibTransId="{7453127A-37B8-49AF-B52E-01222C5E0FD6}"/>
    <dgm:cxn modelId="{A132C79A-A451-46FE-940F-083642C74089}" srcId="{63085546-7C7C-4B3E-ABEB-2669F1A65FB2}" destId="{97A26663-E3C4-4783-BE82-C036F41400E3}" srcOrd="3" destOrd="0" parTransId="{4E0DA1DA-7958-4459-9775-255D638FA4DC}" sibTransId="{A3F51D6F-95DE-4081-9BEE-17CC39DEEB10}"/>
    <dgm:cxn modelId="{F5A3C9B5-D8F8-4B70-9A9E-2680D401CA79}" type="presOf" srcId="{9DCEA5FC-4640-45AF-B712-7A4FD94AEF0D}" destId="{85C50C56-6DC8-4C47-8DBC-4FD6B1554AA4}" srcOrd="0" destOrd="0" presId="urn:microsoft.com/office/officeart/2017/3/layout/DropPinTimeline"/>
    <dgm:cxn modelId="{CB3F12BF-FFAB-4B6B-8AD9-1C5C1364E3A8}" type="presOf" srcId="{63085546-7C7C-4B3E-ABEB-2669F1A65FB2}" destId="{7A5D3400-AF5B-4297-8592-4C1EDB9D0973}" srcOrd="0" destOrd="0" presId="urn:microsoft.com/office/officeart/2017/3/layout/DropPinTimeline"/>
    <dgm:cxn modelId="{681D00D6-F5B7-4355-AE4A-ACE4DB2BF97F}" type="presOf" srcId="{CA6B1BA0-B2FC-48AD-8EDA-F4AAA4AF2782}" destId="{3DA36ABE-9810-4ED4-9A55-2905E7588D06}" srcOrd="0" destOrd="0" presId="urn:microsoft.com/office/officeart/2017/3/layout/DropPinTimeline"/>
    <dgm:cxn modelId="{2951EFE1-EA1C-439B-8619-0CEC56A6EDD8}" type="presOf" srcId="{212ADAAB-D5CB-4BBC-8DAF-7340FD334994}" destId="{6EC2FC68-E1B8-4274-8090-C2C96A4CD82C}" srcOrd="0" destOrd="0" presId="urn:microsoft.com/office/officeart/2017/3/layout/DropPinTimeline"/>
    <dgm:cxn modelId="{9C098AE5-3918-4710-9750-E466AA7B20C6}" type="presOf" srcId="{221C487F-0FC4-423F-A666-DDF03A0B46E3}" destId="{F4F9D5CD-8873-4FFC-8891-766D753EF868}" srcOrd="0" destOrd="0" presId="urn:microsoft.com/office/officeart/2017/3/layout/DropPinTimeline"/>
    <dgm:cxn modelId="{CD6B6EE8-3813-4EF1-BFEC-C005A3326D63}" srcId="{63085546-7C7C-4B3E-ABEB-2669F1A65FB2}" destId="{CA6B1BA0-B2FC-48AD-8EDA-F4AAA4AF2782}" srcOrd="1" destOrd="0" parTransId="{D7D3AA07-BCB9-4212-A556-E90870FB1413}" sibTransId="{39FB540D-D808-4040-9A37-0AC474C0212F}"/>
    <dgm:cxn modelId="{572960EF-F8E0-4532-9921-BF229C099B29}" srcId="{7154E268-17F9-459B-A535-8139389DF871}" destId="{64511B22-69F3-4716-BBFB-5A82F3724545}" srcOrd="0" destOrd="0" parTransId="{F4391A3E-7450-4D70-8BE6-B2547B2D3B70}" sibTransId="{AC97A2B7-177C-446D-8EC4-C3097D4DDE82}"/>
    <dgm:cxn modelId="{039A0EF4-95E3-4C5D-9FC3-867DD043799B}" type="presOf" srcId="{64511B22-69F3-4716-BBFB-5A82F3724545}" destId="{374212A0-BCCA-408A-8A8A-7B32E321EE80}" srcOrd="0" destOrd="0" presId="urn:microsoft.com/office/officeart/2017/3/layout/DropPinTimeline"/>
    <dgm:cxn modelId="{33195D65-27BC-4F8F-A90B-D94BEA7B1848}" type="presParOf" srcId="{7A5D3400-AF5B-4297-8592-4C1EDB9D0973}" destId="{BD204284-1F7C-4D58-BC79-8C2DEE7E9FAF}" srcOrd="0" destOrd="0" presId="urn:microsoft.com/office/officeart/2017/3/layout/DropPinTimeline"/>
    <dgm:cxn modelId="{DB49ECF2-4479-4081-82DF-7C1397C46037}" type="presParOf" srcId="{7A5D3400-AF5B-4297-8592-4C1EDB9D0973}" destId="{46A6B157-7198-41C4-9D25-C4F8885F1B6F}" srcOrd="1" destOrd="0" presId="urn:microsoft.com/office/officeart/2017/3/layout/DropPinTimeline"/>
    <dgm:cxn modelId="{3432964A-151B-4592-A811-B7943EA61544}" type="presParOf" srcId="{46A6B157-7198-41C4-9D25-C4F8885F1B6F}" destId="{578E6A06-6F61-48BD-9F1A-48E731D6E26D}" srcOrd="0" destOrd="0" presId="urn:microsoft.com/office/officeart/2017/3/layout/DropPinTimeline"/>
    <dgm:cxn modelId="{8F31D7D0-4FB5-4BE2-9274-5050783183AA}" type="presParOf" srcId="{578E6A06-6F61-48BD-9F1A-48E731D6E26D}" destId="{9F727168-E825-43C1-AF50-41E115F59C0C}" srcOrd="0" destOrd="0" presId="urn:microsoft.com/office/officeart/2017/3/layout/DropPinTimeline"/>
    <dgm:cxn modelId="{6A9D1F00-5B09-4E25-918A-DB7BBE182617}" type="presParOf" srcId="{578E6A06-6F61-48BD-9F1A-48E731D6E26D}" destId="{0C380CA5-521A-4949-A022-450DA9C217F5}" srcOrd="1" destOrd="0" presId="urn:microsoft.com/office/officeart/2017/3/layout/DropPinTimeline"/>
    <dgm:cxn modelId="{3FC9F1E4-0758-4AC8-A452-82A1AC54E313}" type="presParOf" srcId="{0C380CA5-521A-4949-A022-450DA9C217F5}" destId="{19EF924A-339B-436A-9151-9C7B0B0377B9}" srcOrd="0" destOrd="0" presId="urn:microsoft.com/office/officeart/2017/3/layout/DropPinTimeline"/>
    <dgm:cxn modelId="{CC2C6613-D0C5-4ACF-B75F-FFAFE834C789}" type="presParOf" srcId="{0C380CA5-521A-4949-A022-450DA9C217F5}" destId="{846B4BA4-33F0-43CE-A60E-B95E195AD5A9}" srcOrd="1" destOrd="0" presId="urn:microsoft.com/office/officeart/2017/3/layout/DropPinTimeline"/>
    <dgm:cxn modelId="{63379F13-6D58-4719-A087-B46AB42A028F}" type="presParOf" srcId="{578E6A06-6F61-48BD-9F1A-48E731D6E26D}" destId="{A782CF5D-A585-4990-846A-5EDBD19A9BDB}" srcOrd="2" destOrd="0" presId="urn:microsoft.com/office/officeart/2017/3/layout/DropPinTimeline"/>
    <dgm:cxn modelId="{6D4A7901-7BB3-40DD-B529-D84DABA7CCD0}" type="presParOf" srcId="{578E6A06-6F61-48BD-9F1A-48E731D6E26D}" destId="{85C50C56-6DC8-4C47-8DBC-4FD6B1554AA4}" srcOrd="3" destOrd="0" presId="urn:microsoft.com/office/officeart/2017/3/layout/DropPinTimeline"/>
    <dgm:cxn modelId="{46DC0FD9-A492-45FA-A869-EAF2F52005CA}" type="presParOf" srcId="{578E6A06-6F61-48BD-9F1A-48E731D6E26D}" destId="{4F322B1B-F357-4BCD-BF34-8A0D705A1CE7}" srcOrd="4" destOrd="0" presId="urn:microsoft.com/office/officeart/2017/3/layout/DropPinTimeline"/>
    <dgm:cxn modelId="{7FE268B5-E3DB-4849-B58D-BB62EDDF05C0}" type="presParOf" srcId="{578E6A06-6F61-48BD-9F1A-48E731D6E26D}" destId="{9FF32B1E-94FD-475E-9959-8E0546070C5B}" srcOrd="5" destOrd="0" presId="urn:microsoft.com/office/officeart/2017/3/layout/DropPinTimeline"/>
    <dgm:cxn modelId="{DC7C7F56-5EB2-4EB9-9C8E-6903CA4EDDA5}" type="presParOf" srcId="{46A6B157-7198-41C4-9D25-C4F8885F1B6F}" destId="{C9E000F5-B650-46EB-A3B0-FBA6593CE548}" srcOrd="1" destOrd="0" presId="urn:microsoft.com/office/officeart/2017/3/layout/DropPinTimeline"/>
    <dgm:cxn modelId="{0E042655-2237-4034-828E-61F9399BEF4E}" type="presParOf" srcId="{46A6B157-7198-41C4-9D25-C4F8885F1B6F}" destId="{B744CD57-FD23-4E62-9589-4CAC57B034E9}" srcOrd="2" destOrd="0" presId="urn:microsoft.com/office/officeart/2017/3/layout/DropPinTimeline"/>
    <dgm:cxn modelId="{3CF9140A-8CD9-4930-9D23-107342D15A9B}" type="presParOf" srcId="{B744CD57-FD23-4E62-9589-4CAC57B034E9}" destId="{D891B168-1DA5-4124-931F-A51FCB8EFC11}" srcOrd="0" destOrd="0" presId="urn:microsoft.com/office/officeart/2017/3/layout/DropPinTimeline"/>
    <dgm:cxn modelId="{46163A0C-4C2C-43A2-B126-2F8899BA0454}" type="presParOf" srcId="{B744CD57-FD23-4E62-9589-4CAC57B034E9}" destId="{42206762-CD73-4F82-B16A-D168E2503215}" srcOrd="1" destOrd="0" presId="urn:microsoft.com/office/officeart/2017/3/layout/DropPinTimeline"/>
    <dgm:cxn modelId="{55DBE660-3947-4BBF-823B-899C23A05C00}" type="presParOf" srcId="{42206762-CD73-4F82-B16A-D168E2503215}" destId="{C0DBECBF-E3AA-450B-95D4-8349AA21B4F8}" srcOrd="0" destOrd="0" presId="urn:microsoft.com/office/officeart/2017/3/layout/DropPinTimeline"/>
    <dgm:cxn modelId="{5E1AEFB9-7990-4244-942D-DD9C71C6C4C3}" type="presParOf" srcId="{42206762-CD73-4F82-B16A-D168E2503215}" destId="{6EDDD44C-F5E4-49AD-B1D9-346B8B8AEE8F}" srcOrd="1" destOrd="0" presId="urn:microsoft.com/office/officeart/2017/3/layout/DropPinTimeline"/>
    <dgm:cxn modelId="{A2F4A937-D1C9-46F0-B9DF-21CA487193E7}" type="presParOf" srcId="{B744CD57-FD23-4E62-9589-4CAC57B034E9}" destId="{FE564261-183D-47F9-8E7E-BCFC5023A815}" srcOrd="2" destOrd="0" presId="urn:microsoft.com/office/officeart/2017/3/layout/DropPinTimeline"/>
    <dgm:cxn modelId="{049F08AD-C4C8-4B20-9CAF-2643A1E4003B}" type="presParOf" srcId="{B744CD57-FD23-4E62-9589-4CAC57B034E9}" destId="{3DA36ABE-9810-4ED4-9A55-2905E7588D06}" srcOrd="3" destOrd="0" presId="urn:microsoft.com/office/officeart/2017/3/layout/DropPinTimeline"/>
    <dgm:cxn modelId="{3E216069-E16B-4EBE-B4E9-75983CA14145}" type="presParOf" srcId="{B744CD57-FD23-4E62-9589-4CAC57B034E9}" destId="{4B9F5909-A57C-4893-9C8A-D5960FE9BE37}" srcOrd="4" destOrd="0" presId="urn:microsoft.com/office/officeart/2017/3/layout/DropPinTimeline"/>
    <dgm:cxn modelId="{AAC10CAA-33F2-4B51-8D1D-8A078FE1DFBE}" type="presParOf" srcId="{B744CD57-FD23-4E62-9589-4CAC57B034E9}" destId="{DEDCEF89-DB8F-4197-B2D2-2D39426E0B96}" srcOrd="5" destOrd="0" presId="urn:microsoft.com/office/officeart/2017/3/layout/DropPinTimeline"/>
    <dgm:cxn modelId="{6A11CBF5-0CDB-4857-A21A-7B6DF1660EBB}" type="presParOf" srcId="{46A6B157-7198-41C4-9D25-C4F8885F1B6F}" destId="{4A96FD2F-C127-41DC-AA54-1EEBED6BA483}" srcOrd="3" destOrd="0" presId="urn:microsoft.com/office/officeart/2017/3/layout/DropPinTimeline"/>
    <dgm:cxn modelId="{4347CA49-6881-4007-BC67-CEB99EFD42D4}" type="presParOf" srcId="{46A6B157-7198-41C4-9D25-C4F8885F1B6F}" destId="{A1AE2BC4-A99C-4DD3-A84D-EB3461D18287}" srcOrd="4" destOrd="0" presId="urn:microsoft.com/office/officeart/2017/3/layout/DropPinTimeline"/>
    <dgm:cxn modelId="{964EED70-BBDF-4794-ADF8-CB609C0F1A89}" type="presParOf" srcId="{A1AE2BC4-A99C-4DD3-A84D-EB3461D18287}" destId="{278CF1E0-B1C4-4B10-A5EC-FD7EF0557E2D}" srcOrd="0" destOrd="0" presId="urn:microsoft.com/office/officeart/2017/3/layout/DropPinTimeline"/>
    <dgm:cxn modelId="{5938FB51-540F-4CE1-A493-651E5A569C60}" type="presParOf" srcId="{A1AE2BC4-A99C-4DD3-A84D-EB3461D18287}" destId="{27B65FB4-BE6A-41E6-BBE9-8DC9F7B73486}" srcOrd="1" destOrd="0" presId="urn:microsoft.com/office/officeart/2017/3/layout/DropPinTimeline"/>
    <dgm:cxn modelId="{3CDA83FB-E852-4B20-8120-EDF7BF2CB869}" type="presParOf" srcId="{27B65FB4-BE6A-41E6-BBE9-8DC9F7B73486}" destId="{488CC4C6-DFBC-460C-A9ED-BEDA8CC682D4}" srcOrd="0" destOrd="0" presId="urn:microsoft.com/office/officeart/2017/3/layout/DropPinTimeline"/>
    <dgm:cxn modelId="{A1E612BC-68E0-4305-82EA-9110D62484AE}" type="presParOf" srcId="{27B65FB4-BE6A-41E6-BBE9-8DC9F7B73486}" destId="{48CA82DA-B677-461B-A08D-337683480059}" srcOrd="1" destOrd="0" presId="urn:microsoft.com/office/officeart/2017/3/layout/DropPinTimeline"/>
    <dgm:cxn modelId="{8884E53F-B099-4315-9A23-65B2025D1CBC}" type="presParOf" srcId="{A1AE2BC4-A99C-4DD3-A84D-EB3461D18287}" destId="{D1646913-A3FA-4470-A3E9-C64B0A13A62A}" srcOrd="2" destOrd="0" presId="urn:microsoft.com/office/officeart/2017/3/layout/DropPinTimeline"/>
    <dgm:cxn modelId="{97E87998-33D3-456B-BE5B-07F6ACDE3B89}" type="presParOf" srcId="{A1AE2BC4-A99C-4DD3-A84D-EB3461D18287}" destId="{6EC2FC68-E1B8-4274-8090-C2C96A4CD82C}" srcOrd="3" destOrd="0" presId="urn:microsoft.com/office/officeart/2017/3/layout/DropPinTimeline"/>
    <dgm:cxn modelId="{981206A3-33A4-484A-826E-4F389EE0781D}" type="presParOf" srcId="{A1AE2BC4-A99C-4DD3-A84D-EB3461D18287}" destId="{4F41BF23-550C-4E7F-977E-3D22E3AF7B51}" srcOrd="4" destOrd="0" presId="urn:microsoft.com/office/officeart/2017/3/layout/DropPinTimeline"/>
    <dgm:cxn modelId="{3F6A095C-7355-4494-9FC9-012841DB0D97}" type="presParOf" srcId="{A1AE2BC4-A99C-4DD3-A84D-EB3461D18287}" destId="{5018695D-CFD4-49F8-8967-BA8A0C0A0DE1}" srcOrd="5" destOrd="0" presId="urn:microsoft.com/office/officeart/2017/3/layout/DropPinTimeline"/>
    <dgm:cxn modelId="{A7031560-01AB-491C-A356-9575AF6775AB}" type="presParOf" srcId="{46A6B157-7198-41C4-9D25-C4F8885F1B6F}" destId="{8B7B500F-BBB9-4933-87FA-6E8BE6E5CC1D}" srcOrd="5" destOrd="0" presId="urn:microsoft.com/office/officeart/2017/3/layout/DropPinTimeline"/>
    <dgm:cxn modelId="{7A7338AC-9FB3-4DC8-93C9-57938EF51DDF}" type="presParOf" srcId="{46A6B157-7198-41C4-9D25-C4F8885F1B6F}" destId="{94563CE7-3B83-4B3C-9C96-DDFA7E3B598A}" srcOrd="6" destOrd="0" presId="urn:microsoft.com/office/officeart/2017/3/layout/DropPinTimeline"/>
    <dgm:cxn modelId="{CFDCAFC8-F306-44EE-8DE0-E1D45FADDDAA}" type="presParOf" srcId="{94563CE7-3B83-4B3C-9C96-DDFA7E3B598A}" destId="{1E65267F-0D41-49DD-8A8C-6382F5018B93}" srcOrd="0" destOrd="0" presId="urn:microsoft.com/office/officeart/2017/3/layout/DropPinTimeline"/>
    <dgm:cxn modelId="{692C8FC6-2626-438E-87D1-7CEAB5706798}" type="presParOf" srcId="{94563CE7-3B83-4B3C-9C96-DDFA7E3B598A}" destId="{FDA10866-165E-4B37-B5B1-3A0221928D5B}" srcOrd="1" destOrd="0" presId="urn:microsoft.com/office/officeart/2017/3/layout/DropPinTimeline"/>
    <dgm:cxn modelId="{4C2D5916-C77D-4477-984A-7935F024FC80}" type="presParOf" srcId="{FDA10866-165E-4B37-B5B1-3A0221928D5B}" destId="{E76A6C42-601A-4DB2-8D79-A1B7C501E857}" srcOrd="0" destOrd="0" presId="urn:microsoft.com/office/officeart/2017/3/layout/DropPinTimeline"/>
    <dgm:cxn modelId="{72AE4536-1634-49D7-BD66-881FA2BEF638}" type="presParOf" srcId="{FDA10866-165E-4B37-B5B1-3A0221928D5B}" destId="{A53F76D0-5BC8-4FF0-B55F-28B440562C6A}" srcOrd="1" destOrd="0" presId="urn:microsoft.com/office/officeart/2017/3/layout/DropPinTimeline"/>
    <dgm:cxn modelId="{9929B3F7-CE3B-422D-A8CD-45861322D3C0}" type="presParOf" srcId="{94563CE7-3B83-4B3C-9C96-DDFA7E3B598A}" destId="{F4F9D5CD-8873-4FFC-8891-766D753EF868}" srcOrd="2" destOrd="0" presId="urn:microsoft.com/office/officeart/2017/3/layout/DropPinTimeline"/>
    <dgm:cxn modelId="{01E7506E-CE21-41CE-A09E-9D6C6AC262CF}" type="presParOf" srcId="{94563CE7-3B83-4B3C-9C96-DDFA7E3B598A}" destId="{9DA08349-AD58-4FF2-9B9B-6522AD601BA8}" srcOrd="3" destOrd="0" presId="urn:microsoft.com/office/officeart/2017/3/layout/DropPinTimeline"/>
    <dgm:cxn modelId="{48793121-E1A8-42A9-8A3F-C8C8A2F63ED0}" type="presParOf" srcId="{94563CE7-3B83-4B3C-9C96-DDFA7E3B598A}" destId="{AF199BDA-9306-4F28-AAF8-2F9EE146EE3C}" srcOrd="4" destOrd="0" presId="urn:microsoft.com/office/officeart/2017/3/layout/DropPinTimeline"/>
    <dgm:cxn modelId="{1D936ACF-4C0A-4F9D-9F3D-AB78149FAFEC}" type="presParOf" srcId="{94563CE7-3B83-4B3C-9C96-DDFA7E3B598A}" destId="{1436E3B5-780B-420E-9816-371F36920133}" srcOrd="5" destOrd="0" presId="urn:microsoft.com/office/officeart/2017/3/layout/DropPinTimeline"/>
    <dgm:cxn modelId="{D20AAFCF-0BE3-48F4-91A4-BA4E57AC71DA}" type="presParOf" srcId="{46A6B157-7198-41C4-9D25-C4F8885F1B6F}" destId="{8E9D5EBB-6BF0-4BF6-8143-5CCDA748B1F6}" srcOrd="7" destOrd="0" presId="urn:microsoft.com/office/officeart/2017/3/layout/DropPinTimeline"/>
    <dgm:cxn modelId="{2F6E825D-D516-4473-BC69-D735CB8DC672}" type="presParOf" srcId="{46A6B157-7198-41C4-9D25-C4F8885F1B6F}" destId="{29453F77-D9DD-4578-B628-B4CD7C6B347F}" srcOrd="8" destOrd="0" presId="urn:microsoft.com/office/officeart/2017/3/layout/DropPinTimeline"/>
    <dgm:cxn modelId="{C88AACED-B3F3-42BE-82C2-A683FFA85716}" type="presParOf" srcId="{29453F77-D9DD-4578-B628-B4CD7C6B347F}" destId="{D120C39E-6D38-4EE5-85E5-65D4E4F78A42}" srcOrd="0" destOrd="0" presId="urn:microsoft.com/office/officeart/2017/3/layout/DropPinTimeline"/>
    <dgm:cxn modelId="{1A8C77A8-3BA3-497D-BB09-7FF237A2C465}" type="presParOf" srcId="{29453F77-D9DD-4578-B628-B4CD7C6B347F}" destId="{6B8D71F2-D1BD-4638-8EC6-7F2816422986}" srcOrd="1" destOrd="0" presId="urn:microsoft.com/office/officeart/2017/3/layout/DropPinTimeline"/>
    <dgm:cxn modelId="{3EA57053-0DBB-4F39-9FBC-E6656FA7E847}" type="presParOf" srcId="{6B8D71F2-D1BD-4638-8EC6-7F2816422986}" destId="{ABEEAC1E-5B27-4A5E-AF50-9D777BDB953A}" srcOrd="0" destOrd="0" presId="urn:microsoft.com/office/officeart/2017/3/layout/DropPinTimeline"/>
    <dgm:cxn modelId="{197749E1-E84A-4108-AE8F-F6B3D34ACE50}" type="presParOf" srcId="{6B8D71F2-D1BD-4638-8EC6-7F2816422986}" destId="{B154E2C1-9063-4AA9-B68C-8E4DF16A7C86}" srcOrd="1" destOrd="0" presId="urn:microsoft.com/office/officeart/2017/3/layout/DropPinTimeline"/>
    <dgm:cxn modelId="{F6B2F688-B1CA-45B7-810B-604E51F76737}" type="presParOf" srcId="{29453F77-D9DD-4578-B628-B4CD7C6B347F}" destId="{374212A0-BCCA-408A-8A8A-7B32E321EE80}" srcOrd="2" destOrd="0" presId="urn:microsoft.com/office/officeart/2017/3/layout/DropPinTimeline"/>
    <dgm:cxn modelId="{C5444C94-2ABA-4D02-8B5D-59F2017E033F}" type="presParOf" srcId="{29453F77-D9DD-4578-B628-B4CD7C6B347F}" destId="{D5C513E1-6979-4BFF-AF02-8CFE0922E228}" srcOrd="3" destOrd="0" presId="urn:microsoft.com/office/officeart/2017/3/layout/DropPinTimeline"/>
    <dgm:cxn modelId="{DDBDD103-B6D8-49B0-8801-2AAC997E6E24}" type="presParOf" srcId="{29453F77-D9DD-4578-B628-B4CD7C6B347F}" destId="{2B4610D9-0AC2-4A4C-885B-8D5AE6810AAB}" srcOrd="4" destOrd="0" presId="urn:microsoft.com/office/officeart/2017/3/layout/DropPinTimeline"/>
    <dgm:cxn modelId="{4838AE55-D0E2-41C3-9D73-AEDCE8FE7AF3}" type="presParOf" srcId="{29453F77-D9DD-4578-B628-B4CD7C6B347F}" destId="{62F02393-78A9-4B09-92FD-A4188C266001}" srcOrd="5" destOrd="0" presId="urn:microsoft.com/office/officeart/2017/3/layout/DropPinTimeline"/>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085546-7C7C-4B3E-ABEB-2669F1A65FB2}" type="doc">
      <dgm:prSet loTypeId="urn:microsoft.com/office/officeart/2017/3/layout/DropPinTimeline" loCatId="process" qsTypeId="urn:microsoft.com/office/officeart/2005/8/quickstyle/3d3" qsCatId="3D" csTypeId="urn:microsoft.com/office/officeart/2005/8/colors/accent1_2" csCatId="accent1" phldr="1"/>
      <dgm:spPr/>
      <dgm:t>
        <a:bodyPr/>
        <a:lstStyle/>
        <a:p>
          <a:endParaRPr lang="en-US"/>
        </a:p>
      </dgm:t>
    </dgm:pt>
    <dgm:pt modelId="{096A9AF0-0DAE-4EB3-B448-4501DA034F4A}">
      <dgm:prSet phldrT="[Text]" custT="1"/>
      <dgm:spPr/>
      <dgm:t>
        <a:bodyPr/>
        <a:lstStyle/>
        <a:p>
          <a:pPr>
            <a:defRPr b="1"/>
          </a:pPr>
          <a:r>
            <a:rPr lang="en-US" sz="1400" b="0" dirty="0"/>
            <a:t>3-Mile Island, USA</a:t>
          </a:r>
          <a:br>
            <a:rPr lang="en-US" sz="1100" dirty="0"/>
          </a:br>
          <a:r>
            <a:rPr lang="en-US" sz="1100" dirty="0"/>
            <a:t>1979</a:t>
          </a:r>
        </a:p>
      </dgm:t>
    </dgm:pt>
    <dgm:pt modelId="{8CE6ABD6-768E-42C8-9029-C3B5F278B21C}" type="parTrans" cxnId="{CA0753BD-DB60-4D68-8486-5B376B839B26}">
      <dgm:prSet/>
      <dgm:spPr/>
      <dgm:t>
        <a:bodyPr/>
        <a:lstStyle/>
        <a:p>
          <a:endParaRPr lang="en-US">
            <a:solidFill>
              <a:schemeClr val="bg1"/>
            </a:solidFill>
          </a:endParaRPr>
        </a:p>
      </dgm:t>
    </dgm:pt>
    <dgm:pt modelId="{6B0D7DA9-E6ED-4137-9716-F48BF62327A8}" type="sibTrans" cxnId="{CA0753BD-DB60-4D68-8486-5B376B839B26}">
      <dgm:prSet/>
      <dgm:spPr/>
      <dgm:t>
        <a:bodyPr/>
        <a:lstStyle/>
        <a:p>
          <a:endParaRPr lang="en-US">
            <a:solidFill>
              <a:schemeClr val="bg1"/>
            </a:solidFill>
          </a:endParaRPr>
        </a:p>
      </dgm:t>
    </dgm:pt>
    <dgm:pt modelId="{CA6B1BA0-B2FC-48AD-8EDA-F4AAA4AF2782}">
      <dgm:prSet custT="1"/>
      <dgm:spPr/>
      <dgm:t>
        <a:bodyPr/>
        <a:lstStyle/>
        <a:p>
          <a:pPr>
            <a:defRPr b="1"/>
          </a:pPr>
          <a:r>
            <a:rPr lang="en-US" sz="1400" b="0" i="1" u="none" dirty="0"/>
            <a:t>Chernobyl, USSR</a:t>
          </a:r>
          <a:br>
            <a:rPr lang="en-US" sz="1100" dirty="0"/>
          </a:br>
          <a:r>
            <a:rPr lang="en-US" sz="1100" dirty="0"/>
            <a:t>1896</a:t>
          </a:r>
        </a:p>
      </dgm:t>
    </dgm:pt>
    <dgm:pt modelId="{D7D3AA07-BCB9-4212-A556-E90870FB1413}" type="parTrans" cxnId="{CD6B6EE8-3813-4EF1-BFEC-C005A3326D63}">
      <dgm:prSet/>
      <dgm:spPr/>
      <dgm:t>
        <a:bodyPr/>
        <a:lstStyle/>
        <a:p>
          <a:endParaRPr lang="en-US">
            <a:solidFill>
              <a:schemeClr val="bg1"/>
            </a:solidFill>
          </a:endParaRPr>
        </a:p>
      </dgm:t>
    </dgm:pt>
    <dgm:pt modelId="{39FB540D-D808-4040-9A37-0AC474C0212F}" type="sibTrans" cxnId="{CD6B6EE8-3813-4EF1-BFEC-C005A3326D63}">
      <dgm:prSet/>
      <dgm:spPr/>
      <dgm:t>
        <a:bodyPr/>
        <a:lstStyle/>
        <a:p>
          <a:endParaRPr lang="en-US">
            <a:solidFill>
              <a:schemeClr val="bg1"/>
            </a:solidFill>
          </a:endParaRPr>
        </a:p>
      </dgm:t>
    </dgm:pt>
    <dgm:pt modelId="{92921081-529B-4D1C-83A4-C416BB4C5224}">
      <dgm:prSet/>
      <dgm:spPr/>
      <dgm:t>
        <a:bodyPr/>
        <a:lstStyle/>
        <a:p>
          <a:r>
            <a:rPr lang="en-US" dirty="0"/>
            <a:t>Partial meltdown &amp; radiation leakage</a:t>
          </a:r>
        </a:p>
      </dgm:t>
    </dgm:pt>
    <dgm:pt modelId="{5AD2C2F8-A1D7-469B-93D8-B578BEFE51F8}" type="parTrans" cxnId="{B05C4C7C-FEB8-4825-98A0-C38D3021918A}">
      <dgm:prSet/>
      <dgm:spPr/>
      <dgm:t>
        <a:bodyPr/>
        <a:lstStyle/>
        <a:p>
          <a:endParaRPr lang="en-US">
            <a:solidFill>
              <a:schemeClr val="bg1"/>
            </a:solidFill>
          </a:endParaRPr>
        </a:p>
      </dgm:t>
    </dgm:pt>
    <dgm:pt modelId="{ECC13403-1F53-4ED4-AE4F-334EEC7C8710}" type="sibTrans" cxnId="{B05C4C7C-FEB8-4825-98A0-C38D3021918A}">
      <dgm:prSet/>
      <dgm:spPr/>
      <dgm:t>
        <a:bodyPr/>
        <a:lstStyle/>
        <a:p>
          <a:endParaRPr lang="en-US">
            <a:solidFill>
              <a:schemeClr val="bg1"/>
            </a:solidFill>
          </a:endParaRPr>
        </a:p>
      </dgm:t>
    </dgm:pt>
    <dgm:pt modelId="{3CB04A44-4013-4CA7-90FD-29AFC3C15E37}">
      <dgm:prSet/>
      <dgm:spPr/>
      <dgm:t>
        <a:bodyPr/>
        <a:lstStyle/>
        <a:p>
          <a:r>
            <a:rPr lang="en-US" dirty="0"/>
            <a:t>Nuclear explosion &amp; complete nuclear meltdown</a:t>
          </a:r>
        </a:p>
      </dgm:t>
    </dgm:pt>
    <dgm:pt modelId="{ECEE936A-E3CC-4209-BECC-1CD0C85A2B72}" type="parTrans" cxnId="{24A8F052-3377-4BA4-8C62-CCF5039C85D7}">
      <dgm:prSet/>
      <dgm:spPr/>
      <dgm:t>
        <a:bodyPr/>
        <a:lstStyle/>
        <a:p>
          <a:endParaRPr lang="en-US">
            <a:solidFill>
              <a:schemeClr val="bg1"/>
            </a:solidFill>
          </a:endParaRPr>
        </a:p>
      </dgm:t>
    </dgm:pt>
    <dgm:pt modelId="{D7A8F7A0-47A3-4464-B3B7-E0806DF46627}" type="sibTrans" cxnId="{24A8F052-3377-4BA4-8C62-CCF5039C85D7}">
      <dgm:prSet/>
      <dgm:spPr/>
      <dgm:t>
        <a:bodyPr/>
        <a:lstStyle/>
        <a:p>
          <a:endParaRPr lang="en-US">
            <a:solidFill>
              <a:schemeClr val="bg1"/>
            </a:solidFill>
          </a:endParaRPr>
        </a:p>
      </dgm:t>
    </dgm:pt>
    <dgm:pt modelId="{A2560FD2-F12F-4A06-A96F-B86674952111}">
      <dgm:prSet/>
      <dgm:spPr/>
      <dgm:t>
        <a:bodyPr/>
        <a:lstStyle/>
        <a:p>
          <a:pPr>
            <a:defRPr b="1"/>
          </a:pPr>
          <a:r>
            <a:rPr lang="en-US" b="0" i="1" dirty="0"/>
            <a:t>Nuclear Fusions</a:t>
          </a:r>
        </a:p>
      </dgm:t>
    </dgm:pt>
    <dgm:pt modelId="{96173659-138A-4A00-AE0B-9063EA9393A6}" type="parTrans" cxnId="{F9D8B584-9399-4A2B-8ADC-F71293A4822C}">
      <dgm:prSet/>
      <dgm:spPr/>
      <dgm:t>
        <a:bodyPr/>
        <a:lstStyle/>
        <a:p>
          <a:endParaRPr lang="en-US">
            <a:solidFill>
              <a:schemeClr val="bg1"/>
            </a:solidFill>
          </a:endParaRPr>
        </a:p>
      </dgm:t>
    </dgm:pt>
    <dgm:pt modelId="{D3C3BC3F-2256-4FBC-AFA5-0D035E3EACD7}" type="sibTrans" cxnId="{F9D8B584-9399-4A2B-8ADC-F71293A4822C}">
      <dgm:prSet/>
      <dgm:spPr/>
      <dgm:t>
        <a:bodyPr/>
        <a:lstStyle/>
        <a:p>
          <a:endParaRPr lang="en-US">
            <a:solidFill>
              <a:schemeClr val="bg1"/>
            </a:solidFill>
          </a:endParaRPr>
        </a:p>
      </dgm:t>
    </dgm:pt>
    <dgm:pt modelId="{9DCEA5FC-4640-45AF-B712-7A4FD94AEF0D}">
      <dgm:prSet phldrT="[Text]" custT="1"/>
      <dgm:spPr/>
      <dgm:t>
        <a:bodyPr/>
        <a:lstStyle/>
        <a:p>
          <a:pPr>
            <a:defRPr b="1"/>
          </a:pPr>
          <a:r>
            <a:rPr lang="en-US" sz="1400" b="0" i="1" dirty="0"/>
            <a:t>Smiling Buddha, INDIA</a:t>
          </a:r>
          <a:br>
            <a:rPr lang="en-US" sz="1100" dirty="0"/>
          </a:br>
          <a:r>
            <a:rPr lang="en-US" sz="1100" dirty="0"/>
            <a:t>1974</a:t>
          </a:r>
        </a:p>
      </dgm:t>
    </dgm:pt>
    <dgm:pt modelId="{0A99745B-BB5C-49B3-A782-8DB57641F6C9}" type="sibTrans" cxnId="{DBD99269-D7F7-4B47-B17B-A5AE402751D9}">
      <dgm:prSet/>
      <dgm:spPr/>
      <dgm:t>
        <a:bodyPr/>
        <a:lstStyle/>
        <a:p>
          <a:endParaRPr lang="en-US">
            <a:solidFill>
              <a:schemeClr val="bg1"/>
            </a:solidFill>
          </a:endParaRPr>
        </a:p>
      </dgm:t>
    </dgm:pt>
    <dgm:pt modelId="{929A5FD9-0612-4B79-9B59-C3C36D34A069}" type="parTrans" cxnId="{DBD99269-D7F7-4B47-B17B-A5AE402751D9}">
      <dgm:prSet/>
      <dgm:spPr/>
      <dgm:t>
        <a:bodyPr/>
        <a:lstStyle/>
        <a:p>
          <a:endParaRPr lang="en-US">
            <a:solidFill>
              <a:schemeClr val="bg1"/>
            </a:solidFill>
          </a:endParaRPr>
        </a:p>
      </dgm:t>
    </dgm:pt>
    <dgm:pt modelId="{831701CF-77C7-46C0-A913-8CC39517BAB8}">
      <dgm:prSet phldrT="[Text]"/>
      <dgm:spPr/>
      <dgm:t>
        <a:bodyPr/>
        <a:lstStyle/>
        <a:p>
          <a:r>
            <a:rPr lang="en-US" dirty="0"/>
            <a:t>India’s first nuclear test.</a:t>
          </a:r>
        </a:p>
      </dgm:t>
    </dgm:pt>
    <dgm:pt modelId="{75156CDF-E17B-4DAD-AE37-EA44D7F37090}" type="sibTrans" cxnId="{39A11E5C-7A57-4117-A6DF-36000C29509C}">
      <dgm:prSet/>
      <dgm:spPr/>
      <dgm:t>
        <a:bodyPr/>
        <a:lstStyle/>
        <a:p>
          <a:endParaRPr lang="en-US">
            <a:solidFill>
              <a:schemeClr val="bg1"/>
            </a:solidFill>
          </a:endParaRPr>
        </a:p>
      </dgm:t>
    </dgm:pt>
    <dgm:pt modelId="{13FBC60D-3EA6-4496-BA97-C1AE8C7F8961}" type="parTrans" cxnId="{39A11E5C-7A57-4117-A6DF-36000C29509C}">
      <dgm:prSet/>
      <dgm:spPr/>
      <dgm:t>
        <a:bodyPr/>
        <a:lstStyle/>
        <a:p>
          <a:endParaRPr lang="en-US">
            <a:solidFill>
              <a:schemeClr val="bg1"/>
            </a:solidFill>
          </a:endParaRPr>
        </a:p>
      </dgm:t>
    </dgm:pt>
    <dgm:pt modelId="{212ADAAB-D5CB-4BBC-8DAF-7340FD334994}">
      <dgm:prSet custT="1"/>
      <dgm:spPr/>
      <dgm:t>
        <a:bodyPr/>
        <a:lstStyle/>
        <a:p>
          <a:pPr>
            <a:defRPr b="1"/>
          </a:pPr>
          <a:r>
            <a:rPr lang="en-US" sz="1400" b="0" i="1" dirty="0"/>
            <a:t>Fukushima Daichi, JAPAN</a:t>
          </a:r>
          <a:br>
            <a:rPr lang="en-US" sz="1100" dirty="0"/>
          </a:br>
          <a:r>
            <a:rPr lang="en-US" sz="1100" dirty="0"/>
            <a:t>2011</a:t>
          </a:r>
        </a:p>
      </dgm:t>
    </dgm:pt>
    <dgm:pt modelId="{AB2787E4-2A8B-428D-A4AE-2B14DCFFC4E7}" type="sibTrans" cxnId="{C8C7266C-2A0C-476A-85B3-F12BE2521F4C}">
      <dgm:prSet/>
      <dgm:spPr/>
      <dgm:t>
        <a:bodyPr/>
        <a:lstStyle/>
        <a:p>
          <a:endParaRPr lang="en-US">
            <a:solidFill>
              <a:schemeClr val="bg1"/>
            </a:solidFill>
          </a:endParaRPr>
        </a:p>
      </dgm:t>
    </dgm:pt>
    <dgm:pt modelId="{45F6D312-A686-491E-95E3-EFB9640CC472}" type="parTrans" cxnId="{C8C7266C-2A0C-476A-85B3-F12BE2521F4C}">
      <dgm:prSet/>
      <dgm:spPr/>
      <dgm:t>
        <a:bodyPr/>
        <a:lstStyle/>
        <a:p>
          <a:endParaRPr lang="en-US">
            <a:solidFill>
              <a:schemeClr val="bg1"/>
            </a:solidFill>
          </a:endParaRPr>
        </a:p>
      </dgm:t>
    </dgm:pt>
    <dgm:pt modelId="{2AEE5C11-34AE-4EB7-8907-9BED418EA471}">
      <dgm:prSet/>
      <dgm:spPr/>
      <dgm:t>
        <a:bodyPr/>
        <a:lstStyle/>
        <a:p>
          <a:r>
            <a:rPr lang="en-US" dirty="0"/>
            <a:t>Partial nuclear meltdown</a:t>
          </a:r>
        </a:p>
      </dgm:t>
    </dgm:pt>
    <dgm:pt modelId="{F36FDDA0-6B91-47CB-8114-B6F076E55FC8}" type="sibTrans" cxnId="{DD687B5C-28C8-4088-99B8-D375C5FDAE4A}">
      <dgm:prSet/>
      <dgm:spPr/>
      <dgm:t>
        <a:bodyPr/>
        <a:lstStyle/>
        <a:p>
          <a:endParaRPr lang="en-US">
            <a:solidFill>
              <a:schemeClr val="bg1"/>
            </a:solidFill>
          </a:endParaRPr>
        </a:p>
      </dgm:t>
    </dgm:pt>
    <dgm:pt modelId="{2E14AD1F-C7EA-45AE-ADC0-0EE92A6516CB}" type="parTrans" cxnId="{DD687B5C-28C8-4088-99B8-D375C5FDAE4A}">
      <dgm:prSet/>
      <dgm:spPr/>
      <dgm:t>
        <a:bodyPr/>
        <a:lstStyle/>
        <a:p>
          <a:endParaRPr lang="en-US">
            <a:solidFill>
              <a:schemeClr val="bg1"/>
            </a:solidFill>
          </a:endParaRPr>
        </a:p>
      </dgm:t>
    </dgm:pt>
    <dgm:pt modelId="{03F896A6-E05C-458D-9E5A-EB636B809D69}">
      <dgm:prSet/>
      <dgm:spPr/>
      <dgm:t>
        <a:bodyPr/>
        <a:lstStyle/>
        <a:p>
          <a:r>
            <a:rPr lang="en-US" b="0" i="1" dirty="0"/>
            <a:t>20??</a:t>
          </a:r>
        </a:p>
      </dgm:t>
    </dgm:pt>
    <dgm:pt modelId="{EA178F10-689C-4D93-8710-125B45DF0982}" type="parTrans" cxnId="{830B32B0-0F4E-46C1-935B-6D04DF2DCC88}">
      <dgm:prSet/>
      <dgm:spPr/>
      <dgm:t>
        <a:bodyPr/>
        <a:lstStyle/>
        <a:p>
          <a:endParaRPr lang="en-US"/>
        </a:p>
      </dgm:t>
    </dgm:pt>
    <dgm:pt modelId="{A7EA73E4-93DF-406F-A08B-8669EF5BE6F5}" type="sibTrans" cxnId="{830B32B0-0F4E-46C1-935B-6D04DF2DCC88}">
      <dgm:prSet/>
      <dgm:spPr/>
      <dgm:t>
        <a:bodyPr/>
        <a:lstStyle/>
        <a:p>
          <a:endParaRPr lang="en-US"/>
        </a:p>
      </dgm:t>
    </dgm:pt>
    <dgm:pt modelId="{7A5D3400-AF5B-4297-8592-4C1EDB9D0973}" type="pres">
      <dgm:prSet presAssocID="{63085546-7C7C-4B3E-ABEB-2669F1A65FB2}" presName="root" presStyleCnt="0">
        <dgm:presLayoutVars>
          <dgm:chMax/>
          <dgm:chPref/>
          <dgm:animLvl val="lvl"/>
        </dgm:presLayoutVars>
      </dgm:prSet>
      <dgm:spPr/>
    </dgm:pt>
    <dgm:pt modelId="{BD204284-1F7C-4D58-BC79-8C2DEE7E9FAF}" type="pres">
      <dgm:prSet presAssocID="{63085546-7C7C-4B3E-ABEB-2669F1A65FB2}" presName="divider" presStyleLbl="fgAcc1" presStyleIdx="0" presStyleCnt="6" custFlipVert="1" custSzY="105708" custLinFactNeighborX="1250" custLinFactNeighborY="-6953"/>
      <dgm:spPr>
        <a:prstGeom prst="homePlate">
          <a:avLst/>
        </a:prstGeom>
      </dgm:spPr>
    </dgm:pt>
    <dgm:pt modelId="{46A6B157-7198-41C4-9D25-C4F8885F1B6F}" type="pres">
      <dgm:prSet presAssocID="{63085546-7C7C-4B3E-ABEB-2669F1A65FB2}" presName="nodes" presStyleCnt="0">
        <dgm:presLayoutVars>
          <dgm:chMax/>
          <dgm:chPref/>
          <dgm:animLvl val="lvl"/>
        </dgm:presLayoutVars>
      </dgm:prSet>
      <dgm:spPr/>
    </dgm:pt>
    <dgm:pt modelId="{578E6A06-6F61-48BD-9F1A-48E731D6E26D}" type="pres">
      <dgm:prSet presAssocID="{9DCEA5FC-4640-45AF-B712-7A4FD94AEF0D}" presName="composite" presStyleCnt="0"/>
      <dgm:spPr/>
    </dgm:pt>
    <dgm:pt modelId="{9F727168-E825-43C1-AF50-41E115F59C0C}" type="pres">
      <dgm:prSet presAssocID="{9DCEA5FC-4640-45AF-B712-7A4FD94AEF0D}" presName="ConnectorPoint" presStyleLbl="lnNode1" presStyleIdx="0" presStyleCnt="5"/>
      <dgm:spPr>
        <a:solidFill>
          <a:schemeClr val="accent1">
            <a:hueOff val="0"/>
            <a:satOff val="0"/>
            <a:lumOff val="0"/>
            <a:alphaOff val="0"/>
          </a:schemeClr>
        </a:solidFill>
        <a:ln w="6350">
          <a:noFill/>
        </a:ln>
        <a:effectLst/>
      </dgm:spPr>
    </dgm:pt>
    <dgm:pt modelId="{0C380CA5-521A-4949-A022-450DA9C217F5}" type="pres">
      <dgm:prSet presAssocID="{9DCEA5FC-4640-45AF-B712-7A4FD94AEF0D}" presName="DropPinPlaceHolder" presStyleCnt="0"/>
      <dgm:spPr/>
    </dgm:pt>
    <dgm:pt modelId="{19EF924A-339B-436A-9151-9C7B0B0377B9}" type="pres">
      <dgm:prSet presAssocID="{9DCEA5FC-4640-45AF-B712-7A4FD94AEF0D}" presName="DropPin" presStyleLbl="alignNode1" presStyleIdx="0" presStyleCnt="5"/>
      <dgm:spPr/>
    </dgm:pt>
    <dgm:pt modelId="{846B4BA4-33F0-43CE-A60E-B95E195AD5A9}" type="pres">
      <dgm:prSet presAssocID="{9DCEA5FC-4640-45AF-B712-7A4FD94AEF0D}" presName="Ellipse" presStyleLbl="fgAcc1" presStyleIdx="1" presStyleCnt="6"/>
      <dgm:spPr>
        <a:prstGeom prst="donut">
          <a:avLst/>
        </a:prstGeom>
      </dgm:spPr>
    </dgm:pt>
    <dgm:pt modelId="{A782CF5D-A585-4990-846A-5EDBD19A9BDB}" type="pres">
      <dgm:prSet presAssocID="{9DCEA5FC-4640-45AF-B712-7A4FD94AEF0D}" presName="L2TextContainer" presStyleLbl="revTx" presStyleIdx="0" presStyleCnt="10">
        <dgm:presLayoutVars>
          <dgm:bulletEnabled val="1"/>
        </dgm:presLayoutVars>
      </dgm:prSet>
      <dgm:spPr/>
    </dgm:pt>
    <dgm:pt modelId="{85C50C56-6DC8-4C47-8DBC-4FD6B1554AA4}" type="pres">
      <dgm:prSet presAssocID="{9DCEA5FC-4640-45AF-B712-7A4FD94AEF0D}" presName="L1TextContainer" presStyleLbl="revTx" presStyleIdx="1" presStyleCnt="10">
        <dgm:presLayoutVars>
          <dgm:chMax val="1"/>
          <dgm:chPref val="1"/>
          <dgm:bulletEnabled val="1"/>
        </dgm:presLayoutVars>
      </dgm:prSet>
      <dgm:spPr/>
    </dgm:pt>
    <dgm:pt modelId="{4F322B1B-F357-4BCD-BF34-8A0D705A1CE7}" type="pres">
      <dgm:prSet presAssocID="{9DCEA5FC-4640-45AF-B712-7A4FD94AEF0D}" presName="ConnectLine" presStyleLbl="sibTrans1D1" presStyleIdx="0" presStyleCnt="5"/>
      <dgm:spPr>
        <a:noFill/>
        <a:ln w="12700" cap="flat" cmpd="sng" algn="ctr">
          <a:solidFill>
            <a:schemeClr val="accent1">
              <a:hueOff val="0"/>
              <a:satOff val="0"/>
              <a:lumOff val="0"/>
              <a:alphaOff val="0"/>
            </a:schemeClr>
          </a:solidFill>
          <a:prstDash val="dash"/>
        </a:ln>
        <a:effectLst/>
      </dgm:spPr>
    </dgm:pt>
    <dgm:pt modelId="{9FF32B1E-94FD-475E-9959-8E0546070C5B}" type="pres">
      <dgm:prSet presAssocID="{9DCEA5FC-4640-45AF-B712-7A4FD94AEF0D}" presName="EmptyPlaceHolder" presStyleCnt="0"/>
      <dgm:spPr/>
    </dgm:pt>
    <dgm:pt modelId="{C9E000F5-B650-46EB-A3B0-FBA6593CE548}" type="pres">
      <dgm:prSet presAssocID="{0A99745B-BB5C-49B3-A782-8DB57641F6C9}" presName="spaceBetweenRectangles" presStyleCnt="0"/>
      <dgm:spPr/>
    </dgm:pt>
    <dgm:pt modelId="{64373A7D-C7A5-4C0C-9781-58743159539A}" type="pres">
      <dgm:prSet presAssocID="{096A9AF0-0DAE-4EB3-B448-4501DA034F4A}" presName="composite" presStyleCnt="0"/>
      <dgm:spPr/>
    </dgm:pt>
    <dgm:pt modelId="{B57996C3-16BE-4CEB-B9E2-6FFC42938F41}" type="pres">
      <dgm:prSet presAssocID="{096A9AF0-0DAE-4EB3-B448-4501DA034F4A}" presName="ConnectorPoint" presStyleLbl="lnNode1" presStyleIdx="1" presStyleCnt="5"/>
      <dgm:spPr>
        <a:solidFill>
          <a:schemeClr val="accent1">
            <a:hueOff val="0"/>
            <a:satOff val="0"/>
            <a:lumOff val="0"/>
            <a:alphaOff val="0"/>
          </a:schemeClr>
        </a:solidFill>
        <a:ln w="6350">
          <a:noFill/>
        </a:ln>
        <a:effectLst/>
      </dgm:spPr>
    </dgm:pt>
    <dgm:pt modelId="{BC71368F-DA7E-405D-93AC-3A6767BF9FC6}" type="pres">
      <dgm:prSet presAssocID="{096A9AF0-0DAE-4EB3-B448-4501DA034F4A}" presName="DropPinPlaceHolder" presStyleCnt="0"/>
      <dgm:spPr/>
    </dgm:pt>
    <dgm:pt modelId="{5B4632EA-1574-417A-A3FA-D711159FBAD1}" type="pres">
      <dgm:prSet presAssocID="{096A9AF0-0DAE-4EB3-B448-4501DA034F4A}" presName="DropPin" presStyleLbl="alignNode1" presStyleIdx="1" presStyleCnt="5"/>
      <dgm:spPr/>
    </dgm:pt>
    <dgm:pt modelId="{032E0966-F86B-4BBD-BE80-8FAB861AF0E8}" type="pres">
      <dgm:prSet presAssocID="{096A9AF0-0DAE-4EB3-B448-4501DA034F4A}" presName="Ellipse" presStyleLbl="fgAcc1" presStyleIdx="2" presStyleCnt="6"/>
      <dgm:spPr>
        <a:prstGeom prst="donut">
          <a:avLst/>
        </a:prstGeom>
      </dgm:spPr>
    </dgm:pt>
    <dgm:pt modelId="{B608C5A1-CE9E-4410-9F2F-F714CC6AB069}" type="pres">
      <dgm:prSet presAssocID="{096A9AF0-0DAE-4EB3-B448-4501DA034F4A}" presName="L2TextContainer" presStyleLbl="revTx" presStyleIdx="2" presStyleCnt="10">
        <dgm:presLayoutVars>
          <dgm:bulletEnabled val="1"/>
        </dgm:presLayoutVars>
      </dgm:prSet>
      <dgm:spPr/>
    </dgm:pt>
    <dgm:pt modelId="{C1E34084-406C-48D5-88FE-7226282DBC49}" type="pres">
      <dgm:prSet presAssocID="{096A9AF0-0DAE-4EB3-B448-4501DA034F4A}" presName="L1TextContainer" presStyleLbl="revTx" presStyleIdx="3" presStyleCnt="10">
        <dgm:presLayoutVars>
          <dgm:chMax val="1"/>
          <dgm:chPref val="1"/>
          <dgm:bulletEnabled val="1"/>
        </dgm:presLayoutVars>
      </dgm:prSet>
      <dgm:spPr/>
    </dgm:pt>
    <dgm:pt modelId="{33168228-1414-4AAF-B7E5-C08A80BBB2F1}" type="pres">
      <dgm:prSet presAssocID="{096A9AF0-0DAE-4EB3-B448-4501DA034F4A}" presName="ConnectLine" presStyleLbl="sibTrans1D1" presStyleIdx="1" presStyleCnt="5"/>
      <dgm:spPr>
        <a:xfrm>
          <a:off x="1843314" y="2690813"/>
          <a:ext cx="0" cy="1592961"/>
        </a:xfrm>
        <a:prstGeom prst="line">
          <a:avLst/>
        </a:prstGeom>
      </dgm:spPr>
    </dgm:pt>
    <dgm:pt modelId="{C791BCDD-76D3-4E0E-98B9-0C4903CF0E94}" type="pres">
      <dgm:prSet presAssocID="{096A9AF0-0DAE-4EB3-B448-4501DA034F4A}" presName="EmptyPlaceHolder" presStyleCnt="0"/>
      <dgm:spPr/>
    </dgm:pt>
    <dgm:pt modelId="{3B1DA912-FDB7-4F73-8823-B30C56F7DE86}" type="pres">
      <dgm:prSet presAssocID="{6B0D7DA9-E6ED-4137-9716-F48BF62327A8}" presName="spaceBetweenRectangles" presStyleCnt="0"/>
      <dgm:spPr/>
    </dgm:pt>
    <dgm:pt modelId="{B744CD57-FD23-4E62-9589-4CAC57B034E9}" type="pres">
      <dgm:prSet presAssocID="{CA6B1BA0-B2FC-48AD-8EDA-F4AAA4AF2782}" presName="composite" presStyleCnt="0"/>
      <dgm:spPr/>
    </dgm:pt>
    <dgm:pt modelId="{D891B168-1DA5-4124-931F-A51FCB8EFC11}" type="pres">
      <dgm:prSet presAssocID="{CA6B1BA0-B2FC-48AD-8EDA-F4AAA4AF2782}" presName="ConnectorPoint" presStyleLbl="lnNode1" presStyleIdx="2" presStyleCnt="5"/>
      <dgm:spPr>
        <a:solidFill>
          <a:schemeClr val="accent1">
            <a:hueOff val="0"/>
            <a:satOff val="0"/>
            <a:lumOff val="0"/>
            <a:alphaOff val="0"/>
          </a:schemeClr>
        </a:solidFill>
        <a:ln w="6350">
          <a:noFill/>
        </a:ln>
        <a:effectLst/>
      </dgm:spPr>
    </dgm:pt>
    <dgm:pt modelId="{42206762-CD73-4F82-B16A-D168E2503215}" type="pres">
      <dgm:prSet presAssocID="{CA6B1BA0-B2FC-48AD-8EDA-F4AAA4AF2782}" presName="DropPinPlaceHolder" presStyleCnt="0"/>
      <dgm:spPr/>
    </dgm:pt>
    <dgm:pt modelId="{C0DBECBF-E3AA-450B-95D4-8349AA21B4F8}" type="pres">
      <dgm:prSet presAssocID="{CA6B1BA0-B2FC-48AD-8EDA-F4AAA4AF2782}" presName="DropPin" presStyleLbl="alignNode1" presStyleIdx="2" presStyleCnt="5"/>
      <dgm:spPr/>
    </dgm:pt>
    <dgm:pt modelId="{6EDDD44C-F5E4-49AD-B1D9-346B8B8AEE8F}" type="pres">
      <dgm:prSet presAssocID="{CA6B1BA0-B2FC-48AD-8EDA-F4AAA4AF2782}" presName="Ellipse" presStyleLbl="fgAcc1" presStyleIdx="3" presStyleCnt="6"/>
      <dgm:spPr>
        <a:prstGeom prst="donut">
          <a:avLst/>
        </a:prstGeom>
      </dgm:spPr>
    </dgm:pt>
    <dgm:pt modelId="{FE564261-183D-47F9-8E7E-BCFC5023A815}" type="pres">
      <dgm:prSet presAssocID="{CA6B1BA0-B2FC-48AD-8EDA-F4AAA4AF2782}" presName="L2TextContainer" presStyleLbl="revTx" presStyleIdx="4" presStyleCnt="10">
        <dgm:presLayoutVars>
          <dgm:bulletEnabled val="1"/>
        </dgm:presLayoutVars>
      </dgm:prSet>
      <dgm:spPr/>
    </dgm:pt>
    <dgm:pt modelId="{3DA36ABE-9810-4ED4-9A55-2905E7588D06}" type="pres">
      <dgm:prSet presAssocID="{CA6B1BA0-B2FC-48AD-8EDA-F4AAA4AF2782}" presName="L1TextContainer" presStyleLbl="revTx" presStyleIdx="5" presStyleCnt="10" custScaleX="101827">
        <dgm:presLayoutVars>
          <dgm:chMax val="1"/>
          <dgm:chPref val="1"/>
          <dgm:bulletEnabled val="1"/>
        </dgm:presLayoutVars>
      </dgm:prSet>
      <dgm:spPr/>
    </dgm:pt>
    <dgm:pt modelId="{4B9F5909-A57C-4893-9C8A-D5960FE9BE37}" type="pres">
      <dgm:prSet presAssocID="{CA6B1BA0-B2FC-48AD-8EDA-F4AAA4AF2782}" presName="ConnectLine" presStyleLbl="sibTrans1D1" presStyleIdx="2" presStyleCnt="5"/>
      <dgm:spPr>
        <a:xfrm>
          <a:off x="4960678" y="2690813"/>
          <a:ext cx="0" cy="1592961"/>
        </a:xfrm>
        <a:prstGeom prst="line">
          <a:avLst/>
        </a:prstGeom>
      </dgm:spPr>
    </dgm:pt>
    <dgm:pt modelId="{DEDCEF89-DB8F-4197-B2D2-2D39426E0B96}" type="pres">
      <dgm:prSet presAssocID="{CA6B1BA0-B2FC-48AD-8EDA-F4AAA4AF2782}" presName="EmptyPlaceHolder" presStyleCnt="0"/>
      <dgm:spPr/>
    </dgm:pt>
    <dgm:pt modelId="{4A96FD2F-C127-41DC-AA54-1EEBED6BA483}" type="pres">
      <dgm:prSet presAssocID="{39FB540D-D808-4040-9A37-0AC474C0212F}" presName="spaceBetweenRectangles" presStyleCnt="0"/>
      <dgm:spPr/>
    </dgm:pt>
    <dgm:pt modelId="{A1AE2BC4-A99C-4DD3-A84D-EB3461D18287}" type="pres">
      <dgm:prSet presAssocID="{212ADAAB-D5CB-4BBC-8DAF-7340FD334994}" presName="composite" presStyleCnt="0"/>
      <dgm:spPr/>
    </dgm:pt>
    <dgm:pt modelId="{278CF1E0-B1C4-4B10-A5EC-FD7EF0557E2D}" type="pres">
      <dgm:prSet presAssocID="{212ADAAB-D5CB-4BBC-8DAF-7340FD334994}" presName="ConnectorPoint" presStyleLbl="lnNode1" presStyleIdx="3" presStyleCnt="5"/>
      <dgm:spPr>
        <a:solidFill>
          <a:schemeClr val="accent1">
            <a:hueOff val="0"/>
            <a:satOff val="0"/>
            <a:lumOff val="0"/>
            <a:alphaOff val="0"/>
          </a:schemeClr>
        </a:solidFill>
        <a:ln w="6350">
          <a:noFill/>
        </a:ln>
        <a:effectLst/>
      </dgm:spPr>
    </dgm:pt>
    <dgm:pt modelId="{27B65FB4-BE6A-41E6-BBE9-8DC9F7B73486}" type="pres">
      <dgm:prSet presAssocID="{212ADAAB-D5CB-4BBC-8DAF-7340FD334994}" presName="DropPinPlaceHolder" presStyleCnt="0"/>
      <dgm:spPr/>
    </dgm:pt>
    <dgm:pt modelId="{488CC4C6-DFBC-460C-A9ED-BEDA8CC682D4}" type="pres">
      <dgm:prSet presAssocID="{212ADAAB-D5CB-4BBC-8DAF-7340FD334994}" presName="DropPin" presStyleLbl="alignNode1" presStyleIdx="3" presStyleCnt="5"/>
      <dgm:spPr/>
    </dgm:pt>
    <dgm:pt modelId="{48CA82DA-B677-461B-A08D-337683480059}" type="pres">
      <dgm:prSet presAssocID="{212ADAAB-D5CB-4BBC-8DAF-7340FD334994}" presName="Ellipse" presStyleLbl="fgAcc1" presStyleIdx="4" presStyleCnt="6"/>
      <dgm:spPr>
        <a:prstGeom prst="donut">
          <a:avLst/>
        </a:prstGeom>
      </dgm:spPr>
    </dgm:pt>
    <dgm:pt modelId="{D1646913-A3FA-4470-A3E9-C64B0A13A62A}" type="pres">
      <dgm:prSet presAssocID="{212ADAAB-D5CB-4BBC-8DAF-7340FD334994}" presName="L2TextContainer" presStyleLbl="revTx" presStyleIdx="6" presStyleCnt="10">
        <dgm:presLayoutVars>
          <dgm:bulletEnabled val="1"/>
        </dgm:presLayoutVars>
      </dgm:prSet>
      <dgm:spPr/>
    </dgm:pt>
    <dgm:pt modelId="{6EC2FC68-E1B8-4274-8090-C2C96A4CD82C}" type="pres">
      <dgm:prSet presAssocID="{212ADAAB-D5CB-4BBC-8DAF-7340FD334994}" presName="L1TextContainer" presStyleLbl="revTx" presStyleIdx="7" presStyleCnt="10">
        <dgm:presLayoutVars>
          <dgm:chMax val="1"/>
          <dgm:chPref val="1"/>
          <dgm:bulletEnabled val="1"/>
        </dgm:presLayoutVars>
      </dgm:prSet>
      <dgm:spPr/>
    </dgm:pt>
    <dgm:pt modelId="{4F41BF23-550C-4E7F-977E-3D22E3AF7B51}" type="pres">
      <dgm:prSet presAssocID="{212ADAAB-D5CB-4BBC-8DAF-7340FD334994}" presName="ConnectLine" presStyleLbl="sibTrans1D1" presStyleIdx="3" presStyleCnt="5"/>
      <dgm:spPr>
        <a:xfrm>
          <a:off x="6519360" y="1097851"/>
          <a:ext cx="0" cy="1592961"/>
        </a:xfrm>
        <a:prstGeom prst="line">
          <a:avLst/>
        </a:prstGeom>
      </dgm:spPr>
    </dgm:pt>
    <dgm:pt modelId="{5018695D-CFD4-49F8-8967-BA8A0C0A0DE1}" type="pres">
      <dgm:prSet presAssocID="{212ADAAB-D5CB-4BBC-8DAF-7340FD334994}" presName="EmptyPlaceHolder" presStyleCnt="0"/>
      <dgm:spPr/>
    </dgm:pt>
    <dgm:pt modelId="{61EA613E-57A8-485F-A4A9-29037092E83A}" type="pres">
      <dgm:prSet presAssocID="{AB2787E4-2A8B-428D-A4AE-2B14DCFFC4E7}" presName="spaceBetweenRectangles" presStyleCnt="0"/>
      <dgm:spPr/>
    </dgm:pt>
    <dgm:pt modelId="{0F3B3032-C16A-44EB-AE28-CB7C1D797D2B}" type="pres">
      <dgm:prSet presAssocID="{A2560FD2-F12F-4A06-A96F-B86674952111}" presName="composite" presStyleCnt="0"/>
      <dgm:spPr/>
    </dgm:pt>
    <dgm:pt modelId="{A64C6D16-2F77-439A-848A-F1081C5E5CBE}" type="pres">
      <dgm:prSet presAssocID="{A2560FD2-F12F-4A06-A96F-B86674952111}" presName="ConnectorPoint" presStyleLbl="lnNode1" presStyleIdx="4" presStyleCnt="5"/>
      <dgm:spPr>
        <a:solidFill>
          <a:schemeClr val="accent1">
            <a:hueOff val="0"/>
            <a:satOff val="0"/>
            <a:lumOff val="0"/>
            <a:alphaOff val="0"/>
          </a:schemeClr>
        </a:solidFill>
        <a:ln w="6350">
          <a:noFill/>
        </a:ln>
        <a:effectLst/>
      </dgm:spPr>
    </dgm:pt>
    <dgm:pt modelId="{8EFC6EAF-71E5-48C3-9F69-6FB96640B14F}" type="pres">
      <dgm:prSet presAssocID="{A2560FD2-F12F-4A06-A96F-B86674952111}" presName="DropPinPlaceHolder" presStyleCnt="0"/>
      <dgm:spPr/>
    </dgm:pt>
    <dgm:pt modelId="{73F98938-B973-410F-B6E0-43437FA146E6}" type="pres">
      <dgm:prSet presAssocID="{A2560FD2-F12F-4A06-A96F-B86674952111}" presName="DropPin" presStyleLbl="alignNode1" presStyleIdx="4" presStyleCnt="5"/>
      <dgm:spPr>
        <a:prstGeom prst="ellipse">
          <a:avLst/>
        </a:prstGeom>
      </dgm:spPr>
    </dgm:pt>
    <dgm:pt modelId="{26BE64BD-02BC-4C6F-AC50-F9617E59754D}" type="pres">
      <dgm:prSet presAssocID="{A2560FD2-F12F-4A06-A96F-B86674952111}" presName="Ellipse" presStyleLbl="fgAcc1" presStyleIdx="5" presStyleCnt="6"/>
      <dgm:spPr>
        <a:prstGeom prst="star12">
          <a:avLst/>
        </a:prstGeom>
      </dgm:spPr>
    </dgm:pt>
    <dgm:pt modelId="{5C5070CD-E29E-4F50-9A43-342A2DE968FF}" type="pres">
      <dgm:prSet presAssocID="{A2560FD2-F12F-4A06-A96F-B86674952111}" presName="L2TextContainer" presStyleLbl="revTx" presStyleIdx="8" presStyleCnt="10">
        <dgm:presLayoutVars>
          <dgm:bulletEnabled val="1"/>
        </dgm:presLayoutVars>
      </dgm:prSet>
      <dgm:spPr/>
    </dgm:pt>
    <dgm:pt modelId="{6FED4196-A0D3-4E5C-83DA-99291A8FFFC3}" type="pres">
      <dgm:prSet presAssocID="{A2560FD2-F12F-4A06-A96F-B86674952111}" presName="L1TextContainer" presStyleLbl="revTx" presStyleIdx="9" presStyleCnt="10">
        <dgm:presLayoutVars>
          <dgm:chMax val="1"/>
          <dgm:chPref val="1"/>
          <dgm:bulletEnabled val="1"/>
        </dgm:presLayoutVars>
      </dgm:prSet>
      <dgm:spPr/>
    </dgm:pt>
    <dgm:pt modelId="{54DE4918-169B-4E9C-B946-44A9D45AEC94}" type="pres">
      <dgm:prSet presAssocID="{A2560FD2-F12F-4A06-A96F-B86674952111}" presName="ConnectLine" presStyleLbl="sibTrans1D1" presStyleIdx="4" presStyleCnt="5"/>
      <dgm:spPr>
        <a:xfrm>
          <a:off x="8078042" y="2690813"/>
          <a:ext cx="0" cy="1592961"/>
        </a:xfrm>
        <a:prstGeom prst="line">
          <a:avLst/>
        </a:prstGeom>
      </dgm:spPr>
    </dgm:pt>
    <dgm:pt modelId="{75F2030E-997B-4809-B3F1-AEF48EEEDB2B}" type="pres">
      <dgm:prSet presAssocID="{A2560FD2-F12F-4A06-A96F-B86674952111}" presName="EmptyPlaceHolder" presStyleCnt="0"/>
      <dgm:spPr/>
    </dgm:pt>
  </dgm:ptLst>
  <dgm:cxnLst>
    <dgm:cxn modelId="{987E6208-6FBF-4818-8D82-020440E776B4}" type="presOf" srcId="{9DCEA5FC-4640-45AF-B712-7A4FD94AEF0D}" destId="{85C50C56-6DC8-4C47-8DBC-4FD6B1554AA4}" srcOrd="0" destOrd="0" presId="urn:microsoft.com/office/officeart/2017/3/layout/DropPinTimeline"/>
    <dgm:cxn modelId="{995FAD0D-905C-4246-BEA6-E4CD468035A2}" type="presOf" srcId="{096A9AF0-0DAE-4EB3-B448-4501DA034F4A}" destId="{C1E34084-406C-48D5-88FE-7226282DBC49}" srcOrd="0" destOrd="0" presId="urn:microsoft.com/office/officeart/2017/3/layout/DropPinTimeline"/>
    <dgm:cxn modelId="{1C1A9A2A-3385-4187-A01C-97035BFB0369}" type="presOf" srcId="{A2560FD2-F12F-4A06-A96F-B86674952111}" destId="{6FED4196-A0D3-4E5C-83DA-99291A8FFFC3}" srcOrd="0" destOrd="0" presId="urn:microsoft.com/office/officeart/2017/3/layout/DropPinTimeline"/>
    <dgm:cxn modelId="{2CC2803D-31E2-494C-ADFC-FD81060C6D02}" type="presOf" srcId="{2AEE5C11-34AE-4EB7-8907-9BED418EA471}" destId="{D1646913-A3FA-4470-A3E9-C64B0A13A62A}" srcOrd="0" destOrd="0" presId="urn:microsoft.com/office/officeart/2017/3/layout/DropPinTimeline"/>
    <dgm:cxn modelId="{39A11E5C-7A57-4117-A6DF-36000C29509C}" srcId="{9DCEA5FC-4640-45AF-B712-7A4FD94AEF0D}" destId="{831701CF-77C7-46C0-A913-8CC39517BAB8}" srcOrd="0" destOrd="0" parTransId="{13FBC60D-3EA6-4496-BA97-C1AE8C7F8961}" sibTransId="{75156CDF-E17B-4DAD-AE37-EA44D7F37090}"/>
    <dgm:cxn modelId="{DD687B5C-28C8-4088-99B8-D375C5FDAE4A}" srcId="{212ADAAB-D5CB-4BBC-8DAF-7340FD334994}" destId="{2AEE5C11-34AE-4EB7-8907-9BED418EA471}" srcOrd="0" destOrd="0" parTransId="{2E14AD1F-C7EA-45AE-ADC0-0EE92A6516CB}" sibTransId="{F36FDDA0-6B91-47CB-8114-B6F076E55FC8}"/>
    <dgm:cxn modelId="{DBD99269-D7F7-4B47-B17B-A5AE402751D9}" srcId="{63085546-7C7C-4B3E-ABEB-2669F1A65FB2}" destId="{9DCEA5FC-4640-45AF-B712-7A4FD94AEF0D}" srcOrd="0" destOrd="0" parTransId="{929A5FD9-0612-4B79-9B59-C3C36D34A069}" sibTransId="{0A99745B-BB5C-49B3-A782-8DB57641F6C9}"/>
    <dgm:cxn modelId="{C8C7266C-2A0C-476A-85B3-F12BE2521F4C}" srcId="{63085546-7C7C-4B3E-ABEB-2669F1A65FB2}" destId="{212ADAAB-D5CB-4BBC-8DAF-7340FD334994}" srcOrd="3" destOrd="0" parTransId="{45F6D312-A686-491E-95E3-EFB9640CC472}" sibTransId="{AB2787E4-2A8B-428D-A4AE-2B14DCFFC4E7}"/>
    <dgm:cxn modelId="{24A8F052-3377-4BA4-8C62-CCF5039C85D7}" srcId="{CA6B1BA0-B2FC-48AD-8EDA-F4AAA4AF2782}" destId="{3CB04A44-4013-4CA7-90FD-29AFC3C15E37}" srcOrd="0" destOrd="0" parTransId="{ECEE936A-E3CC-4209-BECC-1CD0C85A2B72}" sibTransId="{D7A8F7A0-47A3-4464-B3B7-E0806DF46627}"/>
    <dgm:cxn modelId="{30821C78-AFB0-420D-8288-048EDC6649CD}" type="presOf" srcId="{212ADAAB-D5CB-4BBC-8DAF-7340FD334994}" destId="{6EC2FC68-E1B8-4274-8090-C2C96A4CD82C}" srcOrd="0" destOrd="0" presId="urn:microsoft.com/office/officeart/2017/3/layout/DropPinTimeline"/>
    <dgm:cxn modelId="{B05C4C7C-FEB8-4825-98A0-C38D3021918A}" srcId="{096A9AF0-0DAE-4EB3-B448-4501DA034F4A}" destId="{92921081-529B-4D1C-83A4-C416BB4C5224}" srcOrd="0" destOrd="0" parTransId="{5AD2C2F8-A1D7-469B-93D8-B578BEFE51F8}" sibTransId="{ECC13403-1F53-4ED4-AE4F-334EEC7C8710}"/>
    <dgm:cxn modelId="{F9D8B584-9399-4A2B-8ADC-F71293A4822C}" srcId="{63085546-7C7C-4B3E-ABEB-2669F1A65FB2}" destId="{A2560FD2-F12F-4A06-A96F-B86674952111}" srcOrd="4" destOrd="0" parTransId="{96173659-138A-4A00-AE0B-9063EA9393A6}" sibTransId="{D3C3BC3F-2256-4FBC-AFA5-0D035E3EACD7}"/>
    <dgm:cxn modelId="{D0B1DC87-C933-4D24-BC28-BB96D1BE402A}" type="presOf" srcId="{CA6B1BA0-B2FC-48AD-8EDA-F4AAA4AF2782}" destId="{3DA36ABE-9810-4ED4-9A55-2905E7588D06}" srcOrd="0" destOrd="0" presId="urn:microsoft.com/office/officeart/2017/3/layout/DropPinTimeline"/>
    <dgm:cxn modelId="{07F9AA91-E82B-4509-B7B2-312257F1270F}" type="presOf" srcId="{92921081-529B-4D1C-83A4-C416BB4C5224}" destId="{B608C5A1-CE9E-4410-9F2F-F714CC6AB069}" srcOrd="0" destOrd="0" presId="urn:microsoft.com/office/officeart/2017/3/layout/DropPinTimeline"/>
    <dgm:cxn modelId="{AEF99A96-B789-40F6-9CFC-A58B7C8896A2}" type="presOf" srcId="{03F896A6-E05C-458D-9E5A-EB636B809D69}" destId="{5C5070CD-E29E-4F50-9A43-342A2DE968FF}" srcOrd="0" destOrd="0" presId="urn:microsoft.com/office/officeart/2017/3/layout/DropPinTimeline"/>
    <dgm:cxn modelId="{4731C8A4-66FB-42EB-9357-E1DC5B2CFC3F}" type="presOf" srcId="{831701CF-77C7-46C0-A913-8CC39517BAB8}" destId="{A782CF5D-A585-4990-846A-5EDBD19A9BDB}" srcOrd="0" destOrd="0" presId="urn:microsoft.com/office/officeart/2017/3/layout/DropPinTimeline"/>
    <dgm:cxn modelId="{830B32B0-0F4E-46C1-935B-6D04DF2DCC88}" srcId="{A2560FD2-F12F-4A06-A96F-B86674952111}" destId="{03F896A6-E05C-458D-9E5A-EB636B809D69}" srcOrd="0" destOrd="0" parTransId="{EA178F10-689C-4D93-8710-125B45DF0982}" sibTransId="{A7EA73E4-93DF-406F-A08B-8669EF5BE6F5}"/>
    <dgm:cxn modelId="{87DFA5B7-83B7-4BCA-980A-FF288AD983E5}" type="presOf" srcId="{3CB04A44-4013-4CA7-90FD-29AFC3C15E37}" destId="{FE564261-183D-47F9-8E7E-BCFC5023A815}" srcOrd="0" destOrd="0" presId="urn:microsoft.com/office/officeart/2017/3/layout/DropPinTimeline"/>
    <dgm:cxn modelId="{CA0753BD-DB60-4D68-8486-5B376B839B26}" srcId="{63085546-7C7C-4B3E-ABEB-2669F1A65FB2}" destId="{096A9AF0-0DAE-4EB3-B448-4501DA034F4A}" srcOrd="1" destOrd="0" parTransId="{8CE6ABD6-768E-42C8-9029-C3B5F278B21C}" sibTransId="{6B0D7DA9-E6ED-4137-9716-F48BF62327A8}"/>
    <dgm:cxn modelId="{CB3F12BF-FFAB-4B6B-8AD9-1C5C1364E3A8}" type="presOf" srcId="{63085546-7C7C-4B3E-ABEB-2669F1A65FB2}" destId="{7A5D3400-AF5B-4297-8592-4C1EDB9D0973}" srcOrd="0" destOrd="0" presId="urn:microsoft.com/office/officeart/2017/3/layout/DropPinTimeline"/>
    <dgm:cxn modelId="{CD6B6EE8-3813-4EF1-BFEC-C005A3326D63}" srcId="{63085546-7C7C-4B3E-ABEB-2669F1A65FB2}" destId="{CA6B1BA0-B2FC-48AD-8EDA-F4AAA4AF2782}" srcOrd="2" destOrd="0" parTransId="{D7D3AA07-BCB9-4212-A556-E90870FB1413}" sibTransId="{39FB540D-D808-4040-9A37-0AC474C0212F}"/>
    <dgm:cxn modelId="{7855D799-B7F1-42C4-B51A-6BAB4463E7AA}" type="presParOf" srcId="{7A5D3400-AF5B-4297-8592-4C1EDB9D0973}" destId="{BD204284-1F7C-4D58-BC79-8C2DEE7E9FAF}" srcOrd="0" destOrd="0" presId="urn:microsoft.com/office/officeart/2017/3/layout/DropPinTimeline"/>
    <dgm:cxn modelId="{5021CA74-DA6D-41C1-AB77-3DFDC0F87B9D}" type="presParOf" srcId="{7A5D3400-AF5B-4297-8592-4C1EDB9D0973}" destId="{46A6B157-7198-41C4-9D25-C4F8885F1B6F}" srcOrd="1" destOrd="0" presId="urn:microsoft.com/office/officeart/2017/3/layout/DropPinTimeline"/>
    <dgm:cxn modelId="{71EE67DA-1AFB-47E2-AE9F-162E771373B8}" type="presParOf" srcId="{46A6B157-7198-41C4-9D25-C4F8885F1B6F}" destId="{578E6A06-6F61-48BD-9F1A-48E731D6E26D}" srcOrd="0" destOrd="0" presId="urn:microsoft.com/office/officeart/2017/3/layout/DropPinTimeline"/>
    <dgm:cxn modelId="{DC74F29E-5521-4E9A-AE99-15A4777F9679}" type="presParOf" srcId="{578E6A06-6F61-48BD-9F1A-48E731D6E26D}" destId="{9F727168-E825-43C1-AF50-41E115F59C0C}" srcOrd="0" destOrd="0" presId="urn:microsoft.com/office/officeart/2017/3/layout/DropPinTimeline"/>
    <dgm:cxn modelId="{0F3C3050-EEFA-491F-B6D7-F4FC47260C29}" type="presParOf" srcId="{578E6A06-6F61-48BD-9F1A-48E731D6E26D}" destId="{0C380CA5-521A-4949-A022-450DA9C217F5}" srcOrd="1" destOrd="0" presId="urn:microsoft.com/office/officeart/2017/3/layout/DropPinTimeline"/>
    <dgm:cxn modelId="{7A3048AA-FDF2-4867-B85B-AC1915F18957}" type="presParOf" srcId="{0C380CA5-521A-4949-A022-450DA9C217F5}" destId="{19EF924A-339B-436A-9151-9C7B0B0377B9}" srcOrd="0" destOrd="0" presId="urn:microsoft.com/office/officeart/2017/3/layout/DropPinTimeline"/>
    <dgm:cxn modelId="{DA5A680B-108C-436B-9F6F-C2983AA7A769}" type="presParOf" srcId="{0C380CA5-521A-4949-A022-450DA9C217F5}" destId="{846B4BA4-33F0-43CE-A60E-B95E195AD5A9}" srcOrd="1" destOrd="0" presId="urn:microsoft.com/office/officeart/2017/3/layout/DropPinTimeline"/>
    <dgm:cxn modelId="{96B78FE3-9ABB-4A77-BABB-E52EC6124441}" type="presParOf" srcId="{578E6A06-6F61-48BD-9F1A-48E731D6E26D}" destId="{A782CF5D-A585-4990-846A-5EDBD19A9BDB}" srcOrd="2" destOrd="0" presId="urn:microsoft.com/office/officeart/2017/3/layout/DropPinTimeline"/>
    <dgm:cxn modelId="{BB2FC6F5-3544-45AC-930D-A6FC8C1198F5}" type="presParOf" srcId="{578E6A06-6F61-48BD-9F1A-48E731D6E26D}" destId="{85C50C56-6DC8-4C47-8DBC-4FD6B1554AA4}" srcOrd="3" destOrd="0" presId="urn:microsoft.com/office/officeart/2017/3/layout/DropPinTimeline"/>
    <dgm:cxn modelId="{1DF134D0-04A7-4AA1-A8CC-CBFA9135F98D}" type="presParOf" srcId="{578E6A06-6F61-48BD-9F1A-48E731D6E26D}" destId="{4F322B1B-F357-4BCD-BF34-8A0D705A1CE7}" srcOrd="4" destOrd="0" presId="urn:microsoft.com/office/officeart/2017/3/layout/DropPinTimeline"/>
    <dgm:cxn modelId="{538822C3-D342-4107-A9D5-F110AD9A616E}" type="presParOf" srcId="{578E6A06-6F61-48BD-9F1A-48E731D6E26D}" destId="{9FF32B1E-94FD-475E-9959-8E0546070C5B}" srcOrd="5" destOrd="0" presId="urn:microsoft.com/office/officeart/2017/3/layout/DropPinTimeline"/>
    <dgm:cxn modelId="{84BE10DC-749F-4BB3-BB1B-3CED24198736}" type="presParOf" srcId="{46A6B157-7198-41C4-9D25-C4F8885F1B6F}" destId="{C9E000F5-B650-46EB-A3B0-FBA6593CE548}" srcOrd="1" destOrd="0" presId="urn:microsoft.com/office/officeart/2017/3/layout/DropPinTimeline"/>
    <dgm:cxn modelId="{E7FF6C9D-05DB-49D9-BC17-49E3C7F3D181}" type="presParOf" srcId="{46A6B157-7198-41C4-9D25-C4F8885F1B6F}" destId="{64373A7D-C7A5-4C0C-9781-58743159539A}" srcOrd="2" destOrd="0" presId="urn:microsoft.com/office/officeart/2017/3/layout/DropPinTimeline"/>
    <dgm:cxn modelId="{FACF2D92-8500-4179-8F6A-C624B05FAEC1}" type="presParOf" srcId="{64373A7D-C7A5-4C0C-9781-58743159539A}" destId="{B57996C3-16BE-4CEB-B9E2-6FFC42938F41}" srcOrd="0" destOrd="0" presId="urn:microsoft.com/office/officeart/2017/3/layout/DropPinTimeline"/>
    <dgm:cxn modelId="{12FE0388-B819-4ABC-9721-3A9223FCADF4}" type="presParOf" srcId="{64373A7D-C7A5-4C0C-9781-58743159539A}" destId="{BC71368F-DA7E-405D-93AC-3A6767BF9FC6}" srcOrd="1" destOrd="0" presId="urn:microsoft.com/office/officeart/2017/3/layout/DropPinTimeline"/>
    <dgm:cxn modelId="{8D35E9BB-DA99-48E0-A867-949CAEAAA6D6}" type="presParOf" srcId="{BC71368F-DA7E-405D-93AC-3A6767BF9FC6}" destId="{5B4632EA-1574-417A-A3FA-D711159FBAD1}" srcOrd="0" destOrd="0" presId="urn:microsoft.com/office/officeart/2017/3/layout/DropPinTimeline"/>
    <dgm:cxn modelId="{D0388358-6C68-40DD-8CD3-BE893129D935}" type="presParOf" srcId="{BC71368F-DA7E-405D-93AC-3A6767BF9FC6}" destId="{032E0966-F86B-4BBD-BE80-8FAB861AF0E8}" srcOrd="1" destOrd="0" presId="urn:microsoft.com/office/officeart/2017/3/layout/DropPinTimeline"/>
    <dgm:cxn modelId="{E0FCD920-481D-4C5F-A576-55F0C1D5B3B7}" type="presParOf" srcId="{64373A7D-C7A5-4C0C-9781-58743159539A}" destId="{B608C5A1-CE9E-4410-9F2F-F714CC6AB069}" srcOrd="2" destOrd="0" presId="urn:microsoft.com/office/officeart/2017/3/layout/DropPinTimeline"/>
    <dgm:cxn modelId="{49B5B1AE-6FCE-42D4-9414-E335D81C76D0}" type="presParOf" srcId="{64373A7D-C7A5-4C0C-9781-58743159539A}" destId="{C1E34084-406C-48D5-88FE-7226282DBC49}" srcOrd="3" destOrd="0" presId="urn:microsoft.com/office/officeart/2017/3/layout/DropPinTimeline"/>
    <dgm:cxn modelId="{667712A9-633D-4DBA-A692-E37A521937E5}" type="presParOf" srcId="{64373A7D-C7A5-4C0C-9781-58743159539A}" destId="{33168228-1414-4AAF-B7E5-C08A80BBB2F1}" srcOrd="4" destOrd="0" presId="urn:microsoft.com/office/officeart/2017/3/layout/DropPinTimeline"/>
    <dgm:cxn modelId="{360C951A-2AD1-4A99-AAA9-B7B53FC1B0C7}" type="presParOf" srcId="{64373A7D-C7A5-4C0C-9781-58743159539A}" destId="{C791BCDD-76D3-4E0E-98B9-0C4903CF0E94}" srcOrd="5" destOrd="0" presId="urn:microsoft.com/office/officeart/2017/3/layout/DropPinTimeline"/>
    <dgm:cxn modelId="{35346C2A-6E88-41AD-BD47-ECD72929FCE5}" type="presParOf" srcId="{46A6B157-7198-41C4-9D25-C4F8885F1B6F}" destId="{3B1DA912-FDB7-4F73-8823-B30C56F7DE86}" srcOrd="3" destOrd="0" presId="urn:microsoft.com/office/officeart/2017/3/layout/DropPinTimeline"/>
    <dgm:cxn modelId="{0A9A6102-F00A-4BE8-99F2-80FE0510D070}" type="presParOf" srcId="{46A6B157-7198-41C4-9D25-C4F8885F1B6F}" destId="{B744CD57-FD23-4E62-9589-4CAC57B034E9}" srcOrd="4" destOrd="0" presId="urn:microsoft.com/office/officeart/2017/3/layout/DropPinTimeline"/>
    <dgm:cxn modelId="{80501AE2-53E9-4D67-A594-F44DD214D7C2}" type="presParOf" srcId="{B744CD57-FD23-4E62-9589-4CAC57B034E9}" destId="{D891B168-1DA5-4124-931F-A51FCB8EFC11}" srcOrd="0" destOrd="0" presId="urn:microsoft.com/office/officeart/2017/3/layout/DropPinTimeline"/>
    <dgm:cxn modelId="{4D35DB16-6124-4B05-B478-8F4429226C6A}" type="presParOf" srcId="{B744CD57-FD23-4E62-9589-4CAC57B034E9}" destId="{42206762-CD73-4F82-B16A-D168E2503215}" srcOrd="1" destOrd="0" presId="urn:microsoft.com/office/officeart/2017/3/layout/DropPinTimeline"/>
    <dgm:cxn modelId="{AFAA8AC7-581B-4388-BFDB-A430EF0404FD}" type="presParOf" srcId="{42206762-CD73-4F82-B16A-D168E2503215}" destId="{C0DBECBF-E3AA-450B-95D4-8349AA21B4F8}" srcOrd="0" destOrd="0" presId="urn:microsoft.com/office/officeart/2017/3/layout/DropPinTimeline"/>
    <dgm:cxn modelId="{105641F0-544B-453F-B1D8-5713903E4682}" type="presParOf" srcId="{42206762-CD73-4F82-B16A-D168E2503215}" destId="{6EDDD44C-F5E4-49AD-B1D9-346B8B8AEE8F}" srcOrd="1" destOrd="0" presId="urn:microsoft.com/office/officeart/2017/3/layout/DropPinTimeline"/>
    <dgm:cxn modelId="{23AA1CD9-5481-4A25-AA47-1E309DD4E86A}" type="presParOf" srcId="{B744CD57-FD23-4E62-9589-4CAC57B034E9}" destId="{FE564261-183D-47F9-8E7E-BCFC5023A815}" srcOrd="2" destOrd="0" presId="urn:microsoft.com/office/officeart/2017/3/layout/DropPinTimeline"/>
    <dgm:cxn modelId="{6F6D3A0F-FECD-4629-BF0C-38737E381D62}" type="presParOf" srcId="{B744CD57-FD23-4E62-9589-4CAC57B034E9}" destId="{3DA36ABE-9810-4ED4-9A55-2905E7588D06}" srcOrd="3" destOrd="0" presId="urn:microsoft.com/office/officeart/2017/3/layout/DropPinTimeline"/>
    <dgm:cxn modelId="{18ABBD94-4B15-4F9E-B420-EF8067A53E59}" type="presParOf" srcId="{B744CD57-FD23-4E62-9589-4CAC57B034E9}" destId="{4B9F5909-A57C-4893-9C8A-D5960FE9BE37}" srcOrd="4" destOrd="0" presId="urn:microsoft.com/office/officeart/2017/3/layout/DropPinTimeline"/>
    <dgm:cxn modelId="{3A6EE7AF-C1D7-4FFA-BDB4-755BC98362FD}" type="presParOf" srcId="{B744CD57-FD23-4E62-9589-4CAC57B034E9}" destId="{DEDCEF89-DB8F-4197-B2D2-2D39426E0B96}" srcOrd="5" destOrd="0" presId="urn:microsoft.com/office/officeart/2017/3/layout/DropPinTimeline"/>
    <dgm:cxn modelId="{7B15E33A-34F5-40D3-9CD6-849B365E3CBA}" type="presParOf" srcId="{46A6B157-7198-41C4-9D25-C4F8885F1B6F}" destId="{4A96FD2F-C127-41DC-AA54-1EEBED6BA483}" srcOrd="5" destOrd="0" presId="urn:microsoft.com/office/officeart/2017/3/layout/DropPinTimeline"/>
    <dgm:cxn modelId="{8C7BB85F-FA93-45E7-9CE6-E6668DA2157F}" type="presParOf" srcId="{46A6B157-7198-41C4-9D25-C4F8885F1B6F}" destId="{A1AE2BC4-A99C-4DD3-A84D-EB3461D18287}" srcOrd="6" destOrd="0" presId="urn:microsoft.com/office/officeart/2017/3/layout/DropPinTimeline"/>
    <dgm:cxn modelId="{9BDE40F9-332B-43F6-B5F2-904336B3E2E2}" type="presParOf" srcId="{A1AE2BC4-A99C-4DD3-A84D-EB3461D18287}" destId="{278CF1E0-B1C4-4B10-A5EC-FD7EF0557E2D}" srcOrd="0" destOrd="0" presId="urn:microsoft.com/office/officeart/2017/3/layout/DropPinTimeline"/>
    <dgm:cxn modelId="{A45F876D-0399-4209-99E5-BAF9A0A9A0FA}" type="presParOf" srcId="{A1AE2BC4-A99C-4DD3-A84D-EB3461D18287}" destId="{27B65FB4-BE6A-41E6-BBE9-8DC9F7B73486}" srcOrd="1" destOrd="0" presId="urn:microsoft.com/office/officeart/2017/3/layout/DropPinTimeline"/>
    <dgm:cxn modelId="{294D0375-99E3-4A04-94E3-5D7DA36F61E4}" type="presParOf" srcId="{27B65FB4-BE6A-41E6-BBE9-8DC9F7B73486}" destId="{488CC4C6-DFBC-460C-A9ED-BEDA8CC682D4}" srcOrd="0" destOrd="0" presId="urn:microsoft.com/office/officeart/2017/3/layout/DropPinTimeline"/>
    <dgm:cxn modelId="{29335C10-EF6A-47DE-B0D3-9F04E5635A46}" type="presParOf" srcId="{27B65FB4-BE6A-41E6-BBE9-8DC9F7B73486}" destId="{48CA82DA-B677-461B-A08D-337683480059}" srcOrd="1" destOrd="0" presId="urn:microsoft.com/office/officeart/2017/3/layout/DropPinTimeline"/>
    <dgm:cxn modelId="{2F8CDC64-8858-4EB2-9148-A1F1844C0E3C}" type="presParOf" srcId="{A1AE2BC4-A99C-4DD3-A84D-EB3461D18287}" destId="{D1646913-A3FA-4470-A3E9-C64B0A13A62A}" srcOrd="2" destOrd="0" presId="urn:microsoft.com/office/officeart/2017/3/layout/DropPinTimeline"/>
    <dgm:cxn modelId="{D14EE3E2-BA3E-42AC-BEA2-572DF977A427}" type="presParOf" srcId="{A1AE2BC4-A99C-4DD3-A84D-EB3461D18287}" destId="{6EC2FC68-E1B8-4274-8090-C2C96A4CD82C}" srcOrd="3" destOrd="0" presId="urn:microsoft.com/office/officeart/2017/3/layout/DropPinTimeline"/>
    <dgm:cxn modelId="{923BB741-8273-439D-B9E2-1712691E3DE7}" type="presParOf" srcId="{A1AE2BC4-A99C-4DD3-A84D-EB3461D18287}" destId="{4F41BF23-550C-4E7F-977E-3D22E3AF7B51}" srcOrd="4" destOrd="0" presId="urn:microsoft.com/office/officeart/2017/3/layout/DropPinTimeline"/>
    <dgm:cxn modelId="{DD7D202E-CFA7-477E-AD34-2617E864E544}" type="presParOf" srcId="{A1AE2BC4-A99C-4DD3-A84D-EB3461D18287}" destId="{5018695D-CFD4-49F8-8967-BA8A0C0A0DE1}" srcOrd="5" destOrd="0" presId="urn:microsoft.com/office/officeart/2017/3/layout/DropPinTimeline"/>
    <dgm:cxn modelId="{D3E93E96-16D8-4A3E-BC6E-D4D386449E5E}" type="presParOf" srcId="{46A6B157-7198-41C4-9D25-C4F8885F1B6F}" destId="{61EA613E-57A8-485F-A4A9-29037092E83A}" srcOrd="7" destOrd="0" presId="urn:microsoft.com/office/officeart/2017/3/layout/DropPinTimeline"/>
    <dgm:cxn modelId="{CFE01775-C14B-4EDE-9E85-145F934516E5}" type="presParOf" srcId="{46A6B157-7198-41C4-9D25-C4F8885F1B6F}" destId="{0F3B3032-C16A-44EB-AE28-CB7C1D797D2B}" srcOrd="8" destOrd="0" presId="urn:microsoft.com/office/officeart/2017/3/layout/DropPinTimeline"/>
    <dgm:cxn modelId="{1C4D72CA-B300-4FEC-B5A9-D34FA56FE7E7}" type="presParOf" srcId="{0F3B3032-C16A-44EB-AE28-CB7C1D797D2B}" destId="{A64C6D16-2F77-439A-848A-F1081C5E5CBE}" srcOrd="0" destOrd="0" presId="urn:microsoft.com/office/officeart/2017/3/layout/DropPinTimeline"/>
    <dgm:cxn modelId="{7F9D72D2-5D75-4FF9-9F60-DE1AEFC42171}" type="presParOf" srcId="{0F3B3032-C16A-44EB-AE28-CB7C1D797D2B}" destId="{8EFC6EAF-71E5-48C3-9F69-6FB96640B14F}" srcOrd="1" destOrd="0" presId="urn:microsoft.com/office/officeart/2017/3/layout/DropPinTimeline"/>
    <dgm:cxn modelId="{D6418E4F-48ED-4E39-B9D9-FA010EF76866}" type="presParOf" srcId="{8EFC6EAF-71E5-48C3-9F69-6FB96640B14F}" destId="{73F98938-B973-410F-B6E0-43437FA146E6}" srcOrd="0" destOrd="0" presId="urn:microsoft.com/office/officeart/2017/3/layout/DropPinTimeline"/>
    <dgm:cxn modelId="{3E887726-7BD7-4074-8164-C71F4A6DAEE0}" type="presParOf" srcId="{8EFC6EAF-71E5-48C3-9F69-6FB96640B14F}" destId="{26BE64BD-02BC-4C6F-AC50-F9617E59754D}" srcOrd="1" destOrd="0" presId="urn:microsoft.com/office/officeart/2017/3/layout/DropPinTimeline"/>
    <dgm:cxn modelId="{6B3983BD-FDD8-4464-99B0-B737226ED090}" type="presParOf" srcId="{0F3B3032-C16A-44EB-AE28-CB7C1D797D2B}" destId="{5C5070CD-E29E-4F50-9A43-342A2DE968FF}" srcOrd="2" destOrd="0" presId="urn:microsoft.com/office/officeart/2017/3/layout/DropPinTimeline"/>
    <dgm:cxn modelId="{E040483A-E1D0-4CB5-AE78-35D83557FA15}" type="presParOf" srcId="{0F3B3032-C16A-44EB-AE28-CB7C1D797D2B}" destId="{6FED4196-A0D3-4E5C-83DA-99291A8FFFC3}" srcOrd="3" destOrd="0" presId="urn:microsoft.com/office/officeart/2017/3/layout/DropPinTimeline"/>
    <dgm:cxn modelId="{875E4306-BBD7-4464-A7BB-9A46E06C2634}" type="presParOf" srcId="{0F3B3032-C16A-44EB-AE28-CB7C1D797D2B}" destId="{54DE4918-169B-4E9C-B946-44A9D45AEC94}" srcOrd="4" destOrd="0" presId="urn:microsoft.com/office/officeart/2017/3/layout/DropPinTimeline"/>
    <dgm:cxn modelId="{14880338-8CF6-48F7-B22F-D70D12F904EB}" type="presParOf" srcId="{0F3B3032-C16A-44EB-AE28-CB7C1D797D2B}" destId="{75F2030E-997B-4809-B3F1-AEF48EEEDB2B}" srcOrd="5" destOrd="0" presId="urn:microsoft.com/office/officeart/2017/3/layout/DropPinTimeline"/>
  </dgm:cxnLst>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04284-1F7C-4D58-BC79-8C2DEE7E9FAF}">
      <dsp:nvSpPr>
        <dsp:cNvPr id="0" name=""/>
        <dsp:cNvSpPr/>
      </dsp:nvSpPr>
      <dsp:spPr>
        <a:xfrm flipH="1" flipV="1">
          <a:off x="0" y="2024993"/>
          <a:ext cx="9194293" cy="105708"/>
        </a:xfrm>
        <a:prstGeom prst="homePlate">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19EF924A-339B-436A-9151-9C7B0B0377B9}">
      <dsp:nvSpPr>
        <dsp:cNvPr id="0" name=""/>
        <dsp:cNvSpPr/>
      </dsp:nvSpPr>
      <dsp:spPr>
        <a:xfrm rot="8100000">
          <a:off x="61488" y="453296"/>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46B4BA4-33F0-43CE-A60E-B95E195AD5A9}">
      <dsp:nvSpPr>
        <dsp:cNvPr id="0" name=""/>
        <dsp:cNvSpPr/>
      </dsp:nvSpPr>
      <dsp:spPr>
        <a:xfrm>
          <a:off x="93625" y="485434"/>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A782CF5D-A585-4990-846A-5EDBD19A9BDB}">
      <dsp:nvSpPr>
        <dsp:cNvPr id="0" name=""/>
        <dsp:cNvSpPr/>
      </dsp:nvSpPr>
      <dsp:spPr>
        <a:xfrm>
          <a:off x="410692" y="802500"/>
          <a:ext cx="2549690"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a:t>Radiocativity was discovered</a:t>
          </a:r>
          <a:endParaRPr lang="en-US" sz="1500" kern="1200" dirty="0"/>
        </a:p>
      </dsp:txBody>
      <dsp:txXfrm>
        <a:off x="410692" y="802500"/>
        <a:ext cx="2549690" cy="1164412"/>
      </dsp:txXfrm>
    </dsp:sp>
    <dsp:sp modelId="{85C50C56-6DC8-4C47-8DBC-4FD6B1554AA4}">
      <dsp:nvSpPr>
        <dsp:cNvPr id="0" name=""/>
        <dsp:cNvSpPr/>
      </dsp:nvSpPr>
      <dsp:spPr>
        <a:xfrm>
          <a:off x="410692" y="393382"/>
          <a:ext cx="2549690"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i="1" kern="1200" dirty="0"/>
            <a:t>Henri Bercquerel Discover radioactivity</a:t>
          </a:r>
        </a:p>
        <a:p>
          <a:pPr marL="0" lvl="0" indent="0" algn="l" defTabSz="622300">
            <a:lnSpc>
              <a:spcPct val="90000"/>
            </a:lnSpc>
            <a:spcBef>
              <a:spcPct val="0"/>
            </a:spcBef>
            <a:spcAft>
              <a:spcPct val="35000"/>
            </a:spcAft>
            <a:buNone/>
            <a:defRPr b="1"/>
          </a:pPr>
          <a:r>
            <a:rPr lang="en-US" sz="1600" kern="1200" dirty="0"/>
            <a:t>1896</a:t>
          </a:r>
          <a:br>
            <a:rPr lang="en-US" sz="1100" kern="1200" dirty="0"/>
          </a:br>
          <a:endParaRPr lang="en-US" sz="1100" kern="1200" dirty="0"/>
        </a:p>
      </dsp:txBody>
      <dsp:txXfrm>
        <a:off x="410692" y="393382"/>
        <a:ext cx="2549690" cy="409117"/>
      </dsp:txXfrm>
    </dsp:sp>
    <dsp:sp modelId="{4F322B1B-F357-4BCD-BF34-8A0D705A1CE7}">
      <dsp:nvSpPr>
        <dsp:cNvPr id="0" name=""/>
        <dsp:cNvSpPr/>
      </dsp:nvSpPr>
      <dsp:spPr>
        <a:xfrm>
          <a:off x="206133" y="802500"/>
          <a:ext cx="0" cy="1164412"/>
        </a:xfrm>
        <a:prstGeom prst="line">
          <a:avLst/>
        </a:prstGeom>
        <a:noFill/>
        <a:ln w="12700" cap="flat" cmpd="sng" algn="ctr">
          <a:solidFill>
            <a:schemeClr val="accent1">
              <a:hueOff val="0"/>
              <a:satOff val="0"/>
              <a:lumOff val="0"/>
              <a:alphaOff val="0"/>
            </a:schemeClr>
          </a:solidFill>
          <a:prstDash val="dash"/>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9F727168-E825-43C1-AF50-41E115F59C0C}">
      <dsp:nvSpPr>
        <dsp:cNvPr id="0" name=""/>
        <dsp:cNvSpPr/>
      </dsp:nvSpPr>
      <dsp:spPr>
        <a:xfrm>
          <a:off x="169312"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C0DBECBF-E3AA-450B-95D4-8349AA21B4F8}">
      <dsp:nvSpPr>
        <dsp:cNvPr id="0" name=""/>
        <dsp:cNvSpPr/>
      </dsp:nvSpPr>
      <dsp:spPr>
        <a:xfrm rot="18900000">
          <a:off x="1591295" y="3191238"/>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EDDD44C-F5E4-49AD-B1D9-346B8B8AEE8F}">
      <dsp:nvSpPr>
        <dsp:cNvPr id="0" name=""/>
        <dsp:cNvSpPr/>
      </dsp:nvSpPr>
      <dsp:spPr>
        <a:xfrm>
          <a:off x="1623432" y="3223376"/>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E564261-183D-47F9-8E7E-BCFC5023A815}">
      <dsp:nvSpPr>
        <dsp:cNvPr id="0" name=""/>
        <dsp:cNvSpPr/>
      </dsp:nvSpPr>
      <dsp:spPr>
        <a:xfrm>
          <a:off x="1940499" y="1966912"/>
          <a:ext cx="2549690"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t>First Ever Nuclear reactor</a:t>
          </a:r>
        </a:p>
      </dsp:txBody>
      <dsp:txXfrm>
        <a:off x="1940499" y="1966912"/>
        <a:ext cx="2549690" cy="1164412"/>
      </dsp:txXfrm>
    </dsp:sp>
    <dsp:sp modelId="{3DA36ABE-9810-4ED4-9A55-2905E7588D06}">
      <dsp:nvSpPr>
        <dsp:cNvPr id="0" name=""/>
        <dsp:cNvSpPr/>
      </dsp:nvSpPr>
      <dsp:spPr>
        <a:xfrm>
          <a:off x="1940499" y="3131324"/>
          <a:ext cx="2549690"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i="0" kern="1200" dirty="0"/>
            <a:t>Chicago Pile-1, USA</a:t>
          </a:r>
          <a:br>
            <a:rPr lang="en-US" sz="1100" kern="1200" dirty="0"/>
          </a:br>
          <a:r>
            <a:rPr lang="en-US" sz="1100" kern="1200" dirty="0"/>
            <a:t>1942</a:t>
          </a:r>
        </a:p>
      </dsp:txBody>
      <dsp:txXfrm>
        <a:off x="1940499" y="3131324"/>
        <a:ext cx="2549690" cy="409117"/>
      </dsp:txXfrm>
    </dsp:sp>
    <dsp:sp modelId="{4B9F5909-A57C-4893-9C8A-D5960FE9BE37}">
      <dsp:nvSpPr>
        <dsp:cNvPr id="0" name=""/>
        <dsp:cNvSpPr/>
      </dsp:nvSpPr>
      <dsp:spPr>
        <a:xfrm>
          <a:off x="1735940" y="1966912"/>
          <a:ext cx="0" cy="1164412"/>
        </a:xfrm>
        <a:prstGeom prst="line">
          <a:avLst/>
        </a:prstGeom>
        <a:no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D891B168-1DA5-4124-931F-A51FCB8EFC11}">
      <dsp:nvSpPr>
        <dsp:cNvPr id="0" name=""/>
        <dsp:cNvSpPr/>
      </dsp:nvSpPr>
      <dsp:spPr>
        <a:xfrm>
          <a:off x="1699119"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488CC4C6-DFBC-460C-A9ED-BEDA8CC682D4}">
      <dsp:nvSpPr>
        <dsp:cNvPr id="0" name=""/>
        <dsp:cNvSpPr/>
      </dsp:nvSpPr>
      <dsp:spPr>
        <a:xfrm rot="8100000">
          <a:off x="3121102" y="453296"/>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8CA82DA-B677-461B-A08D-337683480059}">
      <dsp:nvSpPr>
        <dsp:cNvPr id="0" name=""/>
        <dsp:cNvSpPr/>
      </dsp:nvSpPr>
      <dsp:spPr>
        <a:xfrm>
          <a:off x="3153239" y="485434"/>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D1646913-A3FA-4470-A3E9-C64B0A13A62A}">
      <dsp:nvSpPr>
        <dsp:cNvPr id="0" name=""/>
        <dsp:cNvSpPr/>
      </dsp:nvSpPr>
      <dsp:spPr>
        <a:xfrm>
          <a:off x="3470306" y="802500"/>
          <a:ext cx="2549690"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t>First Nuclear test</a:t>
          </a:r>
        </a:p>
      </dsp:txBody>
      <dsp:txXfrm>
        <a:off x="3470306" y="802500"/>
        <a:ext cx="2549690" cy="1164412"/>
      </dsp:txXfrm>
    </dsp:sp>
    <dsp:sp modelId="{6EC2FC68-E1B8-4274-8090-C2C96A4CD82C}">
      <dsp:nvSpPr>
        <dsp:cNvPr id="0" name=""/>
        <dsp:cNvSpPr/>
      </dsp:nvSpPr>
      <dsp:spPr>
        <a:xfrm>
          <a:off x="3470306" y="393382"/>
          <a:ext cx="2549690"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kern="1200" dirty="0"/>
            <a:t>Trinity, USA</a:t>
          </a:r>
          <a:br>
            <a:rPr lang="en-US" sz="1100" kern="1200" dirty="0"/>
          </a:br>
          <a:r>
            <a:rPr lang="en-US" sz="1100" kern="1200" dirty="0"/>
            <a:t>1945</a:t>
          </a:r>
        </a:p>
      </dsp:txBody>
      <dsp:txXfrm>
        <a:off x="3470306" y="393382"/>
        <a:ext cx="2549690" cy="409117"/>
      </dsp:txXfrm>
    </dsp:sp>
    <dsp:sp modelId="{4F41BF23-550C-4E7F-977E-3D22E3AF7B51}">
      <dsp:nvSpPr>
        <dsp:cNvPr id="0" name=""/>
        <dsp:cNvSpPr/>
      </dsp:nvSpPr>
      <dsp:spPr>
        <a:xfrm>
          <a:off x="3265747" y="802500"/>
          <a:ext cx="0" cy="1164412"/>
        </a:xfrm>
        <a:prstGeom prst="line">
          <a:avLst/>
        </a:prstGeom>
        <a:no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278CF1E0-B1C4-4B10-A5EC-FD7EF0557E2D}">
      <dsp:nvSpPr>
        <dsp:cNvPr id="0" name=""/>
        <dsp:cNvSpPr/>
      </dsp:nvSpPr>
      <dsp:spPr>
        <a:xfrm>
          <a:off x="3228926"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E76A6C42-601A-4DB2-8D79-A1B7C501E857}">
      <dsp:nvSpPr>
        <dsp:cNvPr id="0" name=""/>
        <dsp:cNvSpPr/>
      </dsp:nvSpPr>
      <dsp:spPr>
        <a:xfrm rot="18900000">
          <a:off x="4650909" y="3191238"/>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A53F76D0-5BC8-4FF0-B55F-28B440562C6A}">
      <dsp:nvSpPr>
        <dsp:cNvPr id="0" name=""/>
        <dsp:cNvSpPr/>
      </dsp:nvSpPr>
      <dsp:spPr>
        <a:xfrm>
          <a:off x="4683046" y="3223376"/>
          <a:ext cx="225014" cy="225014"/>
        </a:xfrm>
        <a:prstGeom prst="ellipse">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4F9D5CD-8873-4FFC-8891-766D753EF868}">
      <dsp:nvSpPr>
        <dsp:cNvPr id="0" name=""/>
        <dsp:cNvSpPr/>
      </dsp:nvSpPr>
      <dsp:spPr>
        <a:xfrm>
          <a:off x="5000113" y="1966912"/>
          <a:ext cx="2549690"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104775" rIns="0" bIns="69850" numCol="1" spcCol="1270" anchor="b" anchorCtr="0">
          <a:noAutofit/>
        </a:bodyPr>
        <a:lstStyle/>
        <a:p>
          <a:pPr marL="0" lvl="0" indent="0" algn="l" defTabSz="488950">
            <a:lnSpc>
              <a:spcPct val="90000"/>
            </a:lnSpc>
            <a:spcBef>
              <a:spcPct val="0"/>
            </a:spcBef>
            <a:spcAft>
              <a:spcPct val="35000"/>
            </a:spcAft>
            <a:buNone/>
          </a:pPr>
          <a:r>
            <a:rPr lang="en-US" sz="1100" kern="1200" dirty="0"/>
            <a:t>APSARA, India’s first nuclear reactor</a:t>
          </a:r>
        </a:p>
      </dsp:txBody>
      <dsp:txXfrm>
        <a:off x="5000113" y="1966912"/>
        <a:ext cx="2549690" cy="1164412"/>
      </dsp:txXfrm>
    </dsp:sp>
    <dsp:sp modelId="{9DA08349-AD58-4FF2-9B9B-6522AD601BA8}">
      <dsp:nvSpPr>
        <dsp:cNvPr id="0" name=""/>
        <dsp:cNvSpPr/>
      </dsp:nvSpPr>
      <dsp:spPr>
        <a:xfrm>
          <a:off x="5000113" y="3131324"/>
          <a:ext cx="2549690"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kern="1200" dirty="0" err="1"/>
            <a:t>Trombay</a:t>
          </a:r>
          <a:r>
            <a:rPr lang="en-US" sz="1400" b="0" kern="1200" dirty="0"/>
            <a:t>, INDIA</a:t>
          </a:r>
          <a:br>
            <a:rPr lang="en-US" sz="1100" kern="1200" dirty="0"/>
          </a:br>
          <a:r>
            <a:rPr lang="en-US" sz="1100" kern="1200" dirty="0"/>
            <a:t>1954</a:t>
          </a:r>
        </a:p>
      </dsp:txBody>
      <dsp:txXfrm>
        <a:off x="5000113" y="3131324"/>
        <a:ext cx="2549690" cy="409117"/>
      </dsp:txXfrm>
    </dsp:sp>
    <dsp:sp modelId="{AF199BDA-9306-4F28-AAF8-2F9EE146EE3C}">
      <dsp:nvSpPr>
        <dsp:cNvPr id="0" name=""/>
        <dsp:cNvSpPr/>
      </dsp:nvSpPr>
      <dsp:spPr>
        <a:xfrm>
          <a:off x="4795554" y="1966912"/>
          <a:ext cx="0" cy="1164412"/>
        </a:xfrm>
        <a:prstGeom prst="line">
          <a:avLst/>
        </a:prstGeom>
        <a:noFill/>
        <a:ln w="12700" cap="flat" cmpd="sng" algn="ctr">
          <a:solidFill>
            <a:schemeClr val="accent1">
              <a:hueOff val="0"/>
              <a:satOff val="0"/>
              <a:lumOff val="0"/>
              <a:alphaOff val="0"/>
            </a:schemeClr>
          </a:solidFill>
          <a:prstDash val="dash"/>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1E65267F-0D41-49DD-8A8C-6382F5018B93}">
      <dsp:nvSpPr>
        <dsp:cNvPr id="0" name=""/>
        <dsp:cNvSpPr/>
      </dsp:nvSpPr>
      <dsp:spPr>
        <a:xfrm>
          <a:off x="4758733"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ABEEAC1E-5B27-4A5E-AF50-9D777BDB953A}">
      <dsp:nvSpPr>
        <dsp:cNvPr id="0" name=""/>
        <dsp:cNvSpPr/>
      </dsp:nvSpPr>
      <dsp:spPr>
        <a:xfrm rot="8100000">
          <a:off x="6180716" y="453296"/>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154E2C1-9063-4AA9-B68C-8E4DF16A7C86}">
      <dsp:nvSpPr>
        <dsp:cNvPr id="0" name=""/>
        <dsp:cNvSpPr/>
      </dsp:nvSpPr>
      <dsp:spPr>
        <a:xfrm>
          <a:off x="6212853" y="485434"/>
          <a:ext cx="225014" cy="225014"/>
        </a:xfrm>
        <a:prstGeom prst="ellipse">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374212A0-BCCA-408A-8A8A-7B32E321EE80}">
      <dsp:nvSpPr>
        <dsp:cNvPr id="0" name=""/>
        <dsp:cNvSpPr/>
      </dsp:nvSpPr>
      <dsp:spPr>
        <a:xfrm>
          <a:off x="6529920" y="802500"/>
          <a:ext cx="2549690"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69850" rIns="69850" bIns="104775" numCol="1" spcCol="1270" anchor="t" anchorCtr="0">
          <a:noAutofit/>
        </a:bodyPr>
        <a:lstStyle/>
        <a:p>
          <a:pPr marL="0" lvl="0" indent="0" algn="l" defTabSz="488950">
            <a:lnSpc>
              <a:spcPct val="90000"/>
            </a:lnSpc>
            <a:spcBef>
              <a:spcPct val="0"/>
            </a:spcBef>
            <a:spcAft>
              <a:spcPct val="35000"/>
            </a:spcAft>
            <a:buNone/>
          </a:pPr>
          <a:r>
            <a:rPr lang="en-US" sz="1100" kern="1200" dirty="0"/>
            <a:t>IAEA was established.</a:t>
          </a:r>
        </a:p>
      </dsp:txBody>
      <dsp:txXfrm>
        <a:off x="6529920" y="802500"/>
        <a:ext cx="2549690" cy="1164412"/>
      </dsp:txXfrm>
    </dsp:sp>
    <dsp:sp modelId="{D5C513E1-6979-4BFF-AF02-8CFE0922E228}">
      <dsp:nvSpPr>
        <dsp:cNvPr id="0" name=""/>
        <dsp:cNvSpPr/>
      </dsp:nvSpPr>
      <dsp:spPr>
        <a:xfrm>
          <a:off x="6529920" y="393382"/>
          <a:ext cx="2549690"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kern="1200" dirty="0"/>
            <a:t>IAEA, UN</a:t>
          </a:r>
          <a:br>
            <a:rPr lang="en-US" sz="1100" kern="1200" dirty="0"/>
          </a:br>
          <a:r>
            <a:rPr lang="en-US" sz="1100" kern="1200" dirty="0"/>
            <a:t>1957</a:t>
          </a:r>
        </a:p>
      </dsp:txBody>
      <dsp:txXfrm>
        <a:off x="6529920" y="393382"/>
        <a:ext cx="2549690" cy="409117"/>
      </dsp:txXfrm>
    </dsp:sp>
    <dsp:sp modelId="{2B4610D9-0AC2-4A4C-885B-8D5AE6810AAB}">
      <dsp:nvSpPr>
        <dsp:cNvPr id="0" name=""/>
        <dsp:cNvSpPr/>
      </dsp:nvSpPr>
      <dsp:spPr>
        <a:xfrm>
          <a:off x="6325361" y="802500"/>
          <a:ext cx="0" cy="1164412"/>
        </a:xfrm>
        <a:prstGeom prst="line">
          <a:avLst/>
        </a:prstGeom>
        <a:noFill/>
        <a:ln w="12700" cap="flat" cmpd="sng" algn="ctr">
          <a:solidFill>
            <a:schemeClr val="accent1">
              <a:hueOff val="0"/>
              <a:satOff val="0"/>
              <a:lumOff val="0"/>
              <a:alphaOff val="0"/>
            </a:schemeClr>
          </a:solidFill>
          <a:prstDash val="dash"/>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D120C39E-6D38-4EE5-85E5-65D4E4F78A42}">
      <dsp:nvSpPr>
        <dsp:cNvPr id="0" name=""/>
        <dsp:cNvSpPr/>
      </dsp:nvSpPr>
      <dsp:spPr>
        <a:xfrm>
          <a:off x="6288540"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04284-1F7C-4D58-BC79-8C2DEE7E9FAF}">
      <dsp:nvSpPr>
        <dsp:cNvPr id="0" name=""/>
        <dsp:cNvSpPr/>
      </dsp:nvSpPr>
      <dsp:spPr>
        <a:xfrm flipV="1">
          <a:off x="0" y="1906708"/>
          <a:ext cx="10453687" cy="105708"/>
        </a:xfrm>
        <a:prstGeom prst="homePlate">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19EF924A-339B-436A-9151-9C7B0B0377B9}">
      <dsp:nvSpPr>
        <dsp:cNvPr id="0" name=""/>
        <dsp:cNvSpPr/>
      </dsp:nvSpPr>
      <dsp:spPr>
        <a:xfrm rot="8100000">
          <a:off x="65117" y="453296"/>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846B4BA4-33F0-43CE-A60E-B95E195AD5A9}">
      <dsp:nvSpPr>
        <dsp:cNvPr id="0" name=""/>
        <dsp:cNvSpPr/>
      </dsp:nvSpPr>
      <dsp:spPr>
        <a:xfrm>
          <a:off x="97255" y="485434"/>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A782CF5D-A585-4990-846A-5EDBD19A9BDB}">
      <dsp:nvSpPr>
        <dsp:cNvPr id="0" name=""/>
        <dsp:cNvSpPr/>
      </dsp:nvSpPr>
      <dsp:spPr>
        <a:xfrm>
          <a:off x="414321" y="802500"/>
          <a:ext cx="2896107"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t>India’s first nuclear test.</a:t>
          </a:r>
        </a:p>
      </dsp:txBody>
      <dsp:txXfrm>
        <a:off x="414321" y="802500"/>
        <a:ext cx="2896107" cy="1164412"/>
      </dsp:txXfrm>
    </dsp:sp>
    <dsp:sp modelId="{85C50C56-6DC8-4C47-8DBC-4FD6B1554AA4}">
      <dsp:nvSpPr>
        <dsp:cNvPr id="0" name=""/>
        <dsp:cNvSpPr/>
      </dsp:nvSpPr>
      <dsp:spPr>
        <a:xfrm>
          <a:off x="414321" y="393382"/>
          <a:ext cx="2896107"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i="1" kern="1200" dirty="0"/>
            <a:t>Smiling Buddha, INDIA</a:t>
          </a:r>
          <a:br>
            <a:rPr lang="en-US" sz="1100" kern="1200" dirty="0"/>
          </a:br>
          <a:r>
            <a:rPr lang="en-US" sz="1100" kern="1200" dirty="0"/>
            <a:t>1974</a:t>
          </a:r>
        </a:p>
      </dsp:txBody>
      <dsp:txXfrm>
        <a:off x="414321" y="393382"/>
        <a:ext cx="2896107" cy="409117"/>
      </dsp:txXfrm>
    </dsp:sp>
    <dsp:sp modelId="{4F322B1B-F357-4BCD-BF34-8A0D705A1CE7}">
      <dsp:nvSpPr>
        <dsp:cNvPr id="0" name=""/>
        <dsp:cNvSpPr/>
      </dsp:nvSpPr>
      <dsp:spPr>
        <a:xfrm>
          <a:off x="209762" y="802500"/>
          <a:ext cx="0" cy="1164412"/>
        </a:xfrm>
        <a:prstGeom prst="line">
          <a:avLst/>
        </a:prstGeom>
        <a:noFill/>
        <a:ln w="12700" cap="flat" cmpd="sng" algn="ctr">
          <a:solidFill>
            <a:schemeClr val="accent1">
              <a:hueOff val="0"/>
              <a:satOff val="0"/>
              <a:lumOff val="0"/>
              <a:alphaOff val="0"/>
            </a:schemeClr>
          </a:solidFill>
          <a:prstDash val="dash"/>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9F727168-E825-43C1-AF50-41E115F59C0C}">
      <dsp:nvSpPr>
        <dsp:cNvPr id="0" name=""/>
        <dsp:cNvSpPr/>
      </dsp:nvSpPr>
      <dsp:spPr>
        <a:xfrm>
          <a:off x="172224"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5B4632EA-1574-417A-A3FA-D711159FBAD1}">
      <dsp:nvSpPr>
        <dsp:cNvPr id="0" name=""/>
        <dsp:cNvSpPr/>
      </dsp:nvSpPr>
      <dsp:spPr>
        <a:xfrm rot="18900000">
          <a:off x="1803615" y="3191238"/>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32E0966-F86B-4BBD-BE80-8FAB861AF0E8}">
      <dsp:nvSpPr>
        <dsp:cNvPr id="0" name=""/>
        <dsp:cNvSpPr/>
      </dsp:nvSpPr>
      <dsp:spPr>
        <a:xfrm>
          <a:off x="1835753" y="3223376"/>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B608C5A1-CE9E-4410-9F2F-F714CC6AB069}">
      <dsp:nvSpPr>
        <dsp:cNvPr id="0" name=""/>
        <dsp:cNvSpPr/>
      </dsp:nvSpPr>
      <dsp:spPr>
        <a:xfrm>
          <a:off x="2152819" y="1966912"/>
          <a:ext cx="2896107"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t>Partial meltdown &amp; radiation leakage</a:t>
          </a:r>
        </a:p>
      </dsp:txBody>
      <dsp:txXfrm>
        <a:off x="2152819" y="1966912"/>
        <a:ext cx="2896107" cy="1164412"/>
      </dsp:txXfrm>
    </dsp:sp>
    <dsp:sp modelId="{C1E34084-406C-48D5-88FE-7226282DBC49}">
      <dsp:nvSpPr>
        <dsp:cNvPr id="0" name=""/>
        <dsp:cNvSpPr/>
      </dsp:nvSpPr>
      <dsp:spPr>
        <a:xfrm>
          <a:off x="2152819" y="3131324"/>
          <a:ext cx="2896107"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kern="1200" dirty="0"/>
            <a:t>3-Mile Island, USA</a:t>
          </a:r>
          <a:br>
            <a:rPr lang="en-US" sz="1100" kern="1200" dirty="0"/>
          </a:br>
          <a:r>
            <a:rPr lang="en-US" sz="1100" kern="1200" dirty="0"/>
            <a:t>1979</a:t>
          </a:r>
        </a:p>
      </dsp:txBody>
      <dsp:txXfrm>
        <a:off x="2152819" y="3131324"/>
        <a:ext cx="2896107" cy="409117"/>
      </dsp:txXfrm>
    </dsp:sp>
    <dsp:sp modelId="{33168228-1414-4AAF-B7E5-C08A80BBB2F1}">
      <dsp:nvSpPr>
        <dsp:cNvPr id="0" name=""/>
        <dsp:cNvSpPr/>
      </dsp:nvSpPr>
      <dsp:spPr>
        <a:xfrm>
          <a:off x="1948260" y="1966912"/>
          <a:ext cx="0" cy="1164412"/>
        </a:xfrm>
        <a:prstGeom prst="line">
          <a:avLst/>
        </a:prstGeom>
        <a:no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B57996C3-16BE-4CEB-B9E2-6FFC42938F41}">
      <dsp:nvSpPr>
        <dsp:cNvPr id="0" name=""/>
        <dsp:cNvSpPr/>
      </dsp:nvSpPr>
      <dsp:spPr>
        <a:xfrm>
          <a:off x="1910722"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C0DBECBF-E3AA-450B-95D4-8349AA21B4F8}">
      <dsp:nvSpPr>
        <dsp:cNvPr id="0" name=""/>
        <dsp:cNvSpPr/>
      </dsp:nvSpPr>
      <dsp:spPr>
        <a:xfrm rot="8100000">
          <a:off x="3542114" y="453296"/>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EDDD44C-F5E4-49AD-B1D9-346B8B8AEE8F}">
      <dsp:nvSpPr>
        <dsp:cNvPr id="0" name=""/>
        <dsp:cNvSpPr/>
      </dsp:nvSpPr>
      <dsp:spPr>
        <a:xfrm>
          <a:off x="3574251" y="485434"/>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FE564261-183D-47F9-8E7E-BCFC5023A815}">
      <dsp:nvSpPr>
        <dsp:cNvPr id="0" name=""/>
        <dsp:cNvSpPr/>
      </dsp:nvSpPr>
      <dsp:spPr>
        <a:xfrm>
          <a:off x="3864862" y="802500"/>
          <a:ext cx="2949019"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dirty="0"/>
            <a:t>Nuclear explosion &amp; complete nuclear meltdown</a:t>
          </a:r>
        </a:p>
      </dsp:txBody>
      <dsp:txXfrm>
        <a:off x="3864862" y="802500"/>
        <a:ext cx="2949019" cy="1164412"/>
      </dsp:txXfrm>
    </dsp:sp>
    <dsp:sp modelId="{3DA36ABE-9810-4ED4-9A55-2905E7588D06}">
      <dsp:nvSpPr>
        <dsp:cNvPr id="0" name=""/>
        <dsp:cNvSpPr/>
      </dsp:nvSpPr>
      <dsp:spPr>
        <a:xfrm>
          <a:off x="3864862" y="393382"/>
          <a:ext cx="2949019"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i="1" u="none" kern="1200" dirty="0"/>
            <a:t>Chernobyl, USSR</a:t>
          </a:r>
          <a:br>
            <a:rPr lang="en-US" sz="1100" kern="1200" dirty="0"/>
          </a:br>
          <a:r>
            <a:rPr lang="en-US" sz="1100" kern="1200" dirty="0"/>
            <a:t>1896</a:t>
          </a:r>
        </a:p>
      </dsp:txBody>
      <dsp:txXfrm>
        <a:off x="3864862" y="393382"/>
        <a:ext cx="2949019" cy="409117"/>
      </dsp:txXfrm>
    </dsp:sp>
    <dsp:sp modelId="{4B9F5909-A57C-4893-9C8A-D5960FE9BE37}">
      <dsp:nvSpPr>
        <dsp:cNvPr id="0" name=""/>
        <dsp:cNvSpPr/>
      </dsp:nvSpPr>
      <dsp:spPr>
        <a:xfrm>
          <a:off x="3686759" y="802500"/>
          <a:ext cx="0" cy="1164412"/>
        </a:xfrm>
        <a:prstGeom prst="line">
          <a:avLst/>
        </a:prstGeom>
        <a:no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D891B168-1DA5-4124-931F-A51FCB8EFC11}">
      <dsp:nvSpPr>
        <dsp:cNvPr id="0" name=""/>
        <dsp:cNvSpPr/>
      </dsp:nvSpPr>
      <dsp:spPr>
        <a:xfrm>
          <a:off x="3649220"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488CC4C6-DFBC-460C-A9ED-BEDA8CC682D4}">
      <dsp:nvSpPr>
        <dsp:cNvPr id="0" name=""/>
        <dsp:cNvSpPr/>
      </dsp:nvSpPr>
      <dsp:spPr>
        <a:xfrm rot="18900000">
          <a:off x="5280612" y="3191238"/>
          <a:ext cx="289289" cy="289289"/>
        </a:xfrm>
        <a:prstGeom prst="teardrop">
          <a:avLst>
            <a:gd name="adj" fmla="val 115000"/>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8CA82DA-B677-461B-A08D-337683480059}">
      <dsp:nvSpPr>
        <dsp:cNvPr id="0" name=""/>
        <dsp:cNvSpPr/>
      </dsp:nvSpPr>
      <dsp:spPr>
        <a:xfrm>
          <a:off x="5312749" y="3223376"/>
          <a:ext cx="225014" cy="225014"/>
        </a:xfrm>
        <a:prstGeom prst="donu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D1646913-A3FA-4470-A3E9-C64B0A13A62A}">
      <dsp:nvSpPr>
        <dsp:cNvPr id="0" name=""/>
        <dsp:cNvSpPr/>
      </dsp:nvSpPr>
      <dsp:spPr>
        <a:xfrm>
          <a:off x="5629816" y="1966912"/>
          <a:ext cx="2896107"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dirty="0"/>
            <a:t>Partial nuclear meltdown</a:t>
          </a:r>
        </a:p>
      </dsp:txBody>
      <dsp:txXfrm>
        <a:off x="5629816" y="1966912"/>
        <a:ext cx="2896107" cy="1164412"/>
      </dsp:txXfrm>
    </dsp:sp>
    <dsp:sp modelId="{6EC2FC68-E1B8-4274-8090-C2C96A4CD82C}">
      <dsp:nvSpPr>
        <dsp:cNvPr id="0" name=""/>
        <dsp:cNvSpPr/>
      </dsp:nvSpPr>
      <dsp:spPr>
        <a:xfrm>
          <a:off x="5629816" y="3131324"/>
          <a:ext cx="2896107"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88900" bIns="0" numCol="1" spcCol="1270" anchor="ctr" anchorCtr="0">
          <a:noAutofit/>
        </a:bodyPr>
        <a:lstStyle/>
        <a:p>
          <a:pPr marL="0" lvl="0" indent="0" algn="l" defTabSz="622300">
            <a:lnSpc>
              <a:spcPct val="90000"/>
            </a:lnSpc>
            <a:spcBef>
              <a:spcPct val="0"/>
            </a:spcBef>
            <a:spcAft>
              <a:spcPct val="35000"/>
            </a:spcAft>
            <a:buNone/>
            <a:defRPr b="1"/>
          </a:pPr>
          <a:r>
            <a:rPr lang="en-US" sz="1400" b="0" i="1" kern="1200" dirty="0"/>
            <a:t>Fukushima Daichi, JAPAN</a:t>
          </a:r>
          <a:br>
            <a:rPr lang="en-US" sz="1100" kern="1200" dirty="0"/>
          </a:br>
          <a:r>
            <a:rPr lang="en-US" sz="1100" kern="1200" dirty="0"/>
            <a:t>2011</a:t>
          </a:r>
        </a:p>
      </dsp:txBody>
      <dsp:txXfrm>
        <a:off x="5629816" y="3131324"/>
        <a:ext cx="2896107" cy="409117"/>
      </dsp:txXfrm>
    </dsp:sp>
    <dsp:sp modelId="{4F41BF23-550C-4E7F-977E-3D22E3AF7B51}">
      <dsp:nvSpPr>
        <dsp:cNvPr id="0" name=""/>
        <dsp:cNvSpPr/>
      </dsp:nvSpPr>
      <dsp:spPr>
        <a:xfrm>
          <a:off x="5425257" y="1966912"/>
          <a:ext cx="0" cy="1164412"/>
        </a:xfrm>
        <a:prstGeom prst="line">
          <a:avLst/>
        </a:prstGeom>
        <a:no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278CF1E0-B1C4-4B10-A5EC-FD7EF0557E2D}">
      <dsp:nvSpPr>
        <dsp:cNvPr id="0" name=""/>
        <dsp:cNvSpPr/>
      </dsp:nvSpPr>
      <dsp:spPr>
        <a:xfrm>
          <a:off x="5387718"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3F98938-B973-410F-B6E0-43437FA146E6}">
      <dsp:nvSpPr>
        <dsp:cNvPr id="0" name=""/>
        <dsp:cNvSpPr/>
      </dsp:nvSpPr>
      <dsp:spPr>
        <a:xfrm rot="8100000">
          <a:off x="7019110" y="453296"/>
          <a:ext cx="289289" cy="289289"/>
        </a:xfrm>
        <a:prstGeom prst="ellipse">
          <a:avLst/>
        </a:prstGeom>
        <a:solidFill>
          <a:schemeClr val="accent1">
            <a:hueOff val="0"/>
            <a:satOff val="0"/>
            <a:lumOff val="0"/>
            <a:alphaOff val="0"/>
          </a:schemeClr>
        </a:solidFill>
        <a:ln>
          <a:noFill/>
        </a:ln>
        <a:effectLst>
          <a:outerShdw blurRad="38100" dist="25400" dir="2700000" algn="br"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6BE64BD-02BC-4C6F-AC50-F9617E59754D}">
      <dsp:nvSpPr>
        <dsp:cNvPr id="0" name=""/>
        <dsp:cNvSpPr/>
      </dsp:nvSpPr>
      <dsp:spPr>
        <a:xfrm>
          <a:off x="7051248" y="485434"/>
          <a:ext cx="225014" cy="225014"/>
        </a:xfrm>
        <a:prstGeom prst="star12">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5C5070CD-E29E-4F50-9A43-342A2DE968FF}">
      <dsp:nvSpPr>
        <dsp:cNvPr id="0" name=""/>
        <dsp:cNvSpPr/>
      </dsp:nvSpPr>
      <dsp:spPr>
        <a:xfrm>
          <a:off x="7368314" y="802500"/>
          <a:ext cx="2896107" cy="1164412"/>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b="0" i="1" kern="1200" dirty="0"/>
            <a:t>20??</a:t>
          </a:r>
        </a:p>
      </dsp:txBody>
      <dsp:txXfrm>
        <a:off x="7368314" y="802500"/>
        <a:ext cx="2896107" cy="1164412"/>
      </dsp:txXfrm>
    </dsp:sp>
    <dsp:sp modelId="{6FED4196-A0D3-4E5C-83DA-99291A8FFFC3}">
      <dsp:nvSpPr>
        <dsp:cNvPr id="0" name=""/>
        <dsp:cNvSpPr/>
      </dsp:nvSpPr>
      <dsp:spPr>
        <a:xfrm>
          <a:off x="7368314" y="393382"/>
          <a:ext cx="2896107" cy="409117"/>
        </a:xfrm>
        <a:prstGeom prst="rect">
          <a:avLst/>
        </a:prstGeom>
        <a:noFill/>
        <a:ln w="12700"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b="0" i="1" kern="1200" dirty="0"/>
            <a:t>Nuclear Fusions</a:t>
          </a:r>
        </a:p>
      </dsp:txBody>
      <dsp:txXfrm>
        <a:off x="7368314" y="393382"/>
        <a:ext cx="2896107" cy="409117"/>
      </dsp:txXfrm>
    </dsp:sp>
    <dsp:sp modelId="{54DE4918-169B-4E9C-B946-44A9D45AEC94}">
      <dsp:nvSpPr>
        <dsp:cNvPr id="0" name=""/>
        <dsp:cNvSpPr/>
      </dsp:nvSpPr>
      <dsp:spPr>
        <a:xfrm>
          <a:off x="7163755" y="802500"/>
          <a:ext cx="0" cy="1164412"/>
        </a:xfrm>
        <a:prstGeom prst="line">
          <a:avLst/>
        </a:prstGeom>
        <a:noFill/>
        <a:ln w="127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1">
          <a:scrgbClr r="0" g="0" b="0"/>
        </a:lnRef>
        <a:fillRef idx="0">
          <a:scrgbClr r="0" g="0" b="0"/>
        </a:fillRef>
        <a:effectRef idx="0">
          <a:scrgbClr r="0" g="0" b="0"/>
        </a:effectRef>
        <a:fontRef idx="minor"/>
      </dsp:style>
    </dsp:sp>
    <dsp:sp modelId="{A64C6D16-2F77-439A-848A-F1081C5E5CBE}">
      <dsp:nvSpPr>
        <dsp:cNvPr id="0" name=""/>
        <dsp:cNvSpPr/>
      </dsp:nvSpPr>
      <dsp:spPr>
        <a:xfrm>
          <a:off x="7126216" y="1930091"/>
          <a:ext cx="73641" cy="73641"/>
        </a:xfrm>
        <a:prstGeom prst="ellipse">
          <a:avLst/>
        </a:prstGeom>
        <a:solidFill>
          <a:schemeClr val="accent1">
            <a:hueOff val="0"/>
            <a:satOff val="0"/>
            <a:lumOff val="0"/>
            <a:alphaOff val="0"/>
          </a:schemeClr>
        </a:solidFill>
        <a:ln w="6350">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72067E-DE5E-47EA-AD96-16F9EB2AABC6}" type="datetimeFigureOut">
              <a:rPr lang="en-US" smtClean="0"/>
              <a:t>5/3/2025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BF932D-9C84-43CE-826B-14D6D59E6E3A}" type="slidenum">
              <a:rPr lang="en-US" smtClean="0"/>
              <a:t>‹#›</a:t>
            </a:fld>
            <a:endParaRPr lang="en-US"/>
          </a:p>
        </p:txBody>
      </p:sp>
    </p:spTree>
    <p:extLst>
      <p:ext uri="{BB962C8B-B14F-4D97-AF65-F5344CB8AC3E}">
        <p14:creationId xmlns:p14="http://schemas.microsoft.com/office/powerpoint/2010/main" val="985327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F932D-9C84-43CE-826B-14D6D59E6E3A}" type="slidenum">
              <a:rPr lang="en-US" smtClean="0"/>
              <a:t>4</a:t>
            </a:fld>
            <a:endParaRPr lang="en-US"/>
          </a:p>
        </p:txBody>
      </p:sp>
    </p:spTree>
    <p:extLst>
      <p:ext uri="{BB962C8B-B14F-4D97-AF65-F5344CB8AC3E}">
        <p14:creationId xmlns:p14="http://schemas.microsoft.com/office/powerpoint/2010/main" val="3030296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CBF932D-9C84-43CE-826B-14D6D59E6E3A}" type="slidenum">
              <a:rPr lang="en-US" smtClean="0"/>
              <a:t>5</a:t>
            </a:fld>
            <a:endParaRPr lang="en-US"/>
          </a:p>
        </p:txBody>
      </p:sp>
    </p:spTree>
    <p:extLst>
      <p:ext uri="{BB962C8B-B14F-4D97-AF65-F5344CB8AC3E}">
        <p14:creationId xmlns:p14="http://schemas.microsoft.com/office/powerpoint/2010/main" val="1060129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BF932D-9C84-43CE-826B-14D6D59E6E3A}" type="slidenum">
              <a:rPr lang="en-US" smtClean="0"/>
              <a:t>6</a:t>
            </a:fld>
            <a:endParaRPr lang="en-US"/>
          </a:p>
        </p:txBody>
      </p:sp>
    </p:spTree>
    <p:extLst>
      <p:ext uri="{BB962C8B-B14F-4D97-AF65-F5344CB8AC3E}">
        <p14:creationId xmlns:p14="http://schemas.microsoft.com/office/powerpoint/2010/main" val="804948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5/3/2025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5/3/2025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5/3/2025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5/3/2025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5/3/2025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5/3/2025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5/3/2025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5/3/2025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5/3/2025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5/3/2025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99EF8E-99FE-064C-62D4-283A5B6CEAF9}"/>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A88722E6-B1CE-A7A3-9C93-C42C9B9447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a:extLst>
              <a:ext uri="{FF2B5EF4-FFF2-40B4-BE49-F238E27FC236}">
                <a16:creationId xmlns:a16="http://schemas.microsoft.com/office/drawing/2014/main" id="{AF5387D6-EDBC-2511-655F-1AC704C88E5B}"/>
              </a:ext>
            </a:extLst>
          </p:cNvPr>
          <p:cNvPicPr>
            <a:picLocks noChangeAspect="1"/>
          </p:cNvPicPr>
          <p:nvPr/>
        </p:nvPicPr>
        <p:blipFill>
          <a:blip r:embed="rId3"/>
          <a:srcRect/>
          <a:stretch/>
        </p:blipFill>
        <p:spPr>
          <a:xfrm>
            <a:off x="20" y="850902"/>
            <a:ext cx="12191980" cy="5158145"/>
          </a:xfrm>
          <a:prstGeom prst="rect">
            <a:avLst/>
          </a:prstGeom>
        </p:spPr>
      </p:pic>
      <p:sp>
        <p:nvSpPr>
          <p:cNvPr id="5" name="Rectangle 4">
            <a:extLst>
              <a:ext uri="{FF2B5EF4-FFF2-40B4-BE49-F238E27FC236}">
                <a16:creationId xmlns:a16="http://schemas.microsoft.com/office/drawing/2014/main" id="{7DBCD962-0A42-21E8-524B-31FDA4429236}"/>
              </a:ext>
            </a:extLst>
          </p:cNvPr>
          <p:cNvSpPr/>
          <p:nvPr/>
        </p:nvSpPr>
        <p:spPr>
          <a:xfrm>
            <a:off x="7912607" y="1237468"/>
            <a:ext cx="3635926" cy="4356726"/>
          </a:xfrm>
          <a:prstGeom prst="rect">
            <a:avLst/>
          </a:prstGeom>
          <a:solidFill>
            <a:srgbClr val="161515">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9040D0-9C65-4622-6EF4-4ECC92E7D0E7}"/>
              </a:ext>
            </a:extLst>
          </p:cNvPr>
          <p:cNvSpPr>
            <a:spLocks noGrp="1"/>
          </p:cNvSpPr>
          <p:nvPr>
            <p:ph type="ctrTitle"/>
          </p:nvPr>
        </p:nvSpPr>
        <p:spPr>
          <a:xfrm>
            <a:off x="8070743" y="1513599"/>
            <a:ext cx="3477790" cy="2901694"/>
          </a:xfrm>
        </p:spPr>
        <p:txBody>
          <a:bodyPr vert="horz" anchor="b">
            <a:normAutofit/>
          </a:bodyPr>
          <a:lstStyle/>
          <a:p>
            <a:r>
              <a:rPr lang="en-US" sz="4800" dirty="0">
                <a:solidFill>
                  <a:schemeClr val="tx1"/>
                </a:solidFill>
                <a:latin typeface="Arial Black" panose="020B0A04020102020204" pitchFamily="34" charset="0"/>
              </a:rPr>
              <a:t>NUCLEAR</a:t>
            </a:r>
            <a:br>
              <a:rPr lang="en-US" sz="4800" dirty="0">
                <a:solidFill>
                  <a:schemeClr val="tx1"/>
                </a:solidFill>
                <a:latin typeface="Arial Black" panose="020B0A04020102020204" pitchFamily="34" charset="0"/>
              </a:rPr>
            </a:br>
            <a:r>
              <a:rPr lang="en-US" sz="4800" dirty="0">
                <a:solidFill>
                  <a:schemeClr val="tx1"/>
                </a:solidFill>
                <a:latin typeface="Arial Black" panose="020B0A04020102020204" pitchFamily="34" charset="0"/>
              </a:rPr>
              <a:t>ENERGY</a:t>
            </a:r>
          </a:p>
        </p:txBody>
      </p:sp>
      <p:sp>
        <p:nvSpPr>
          <p:cNvPr id="3" name="Subtitle 2">
            <a:extLst>
              <a:ext uri="{FF2B5EF4-FFF2-40B4-BE49-F238E27FC236}">
                <a16:creationId xmlns:a16="http://schemas.microsoft.com/office/drawing/2014/main" id="{A189F5A3-896D-6113-AED7-356C4E7831B3}"/>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By- Tanishq Maurya</a:t>
            </a:r>
          </a:p>
        </p:txBody>
      </p:sp>
      <p:cxnSp>
        <p:nvCxnSpPr>
          <p:cNvPr id="37" name="Straight Connector 36">
            <a:extLst>
              <a:ext uri="{FF2B5EF4-FFF2-40B4-BE49-F238E27FC236}">
                <a16:creationId xmlns:a16="http://schemas.microsoft.com/office/drawing/2014/main" id="{1BC4F1AB-F4E7-479E-71E9-F220411350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79162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1000" b="-11000"/>
          </a:stretch>
        </a:blipFill>
        <a:effectLst/>
      </p:bgPr>
    </p:bg>
    <p:spTree>
      <p:nvGrpSpPr>
        <p:cNvPr id="1" name="">
          <a:extLst>
            <a:ext uri="{FF2B5EF4-FFF2-40B4-BE49-F238E27FC236}">
              <a16:creationId xmlns:a16="http://schemas.microsoft.com/office/drawing/2014/main" id="{D6EFF4E1-FF9A-FC53-42A8-7AFEB8545FE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B2F929D-61A5-1590-D9F8-621D7BA01729}"/>
              </a:ext>
            </a:extLst>
          </p:cNvPr>
          <p:cNvSpPr/>
          <p:nvPr/>
        </p:nvSpPr>
        <p:spPr>
          <a:xfrm>
            <a:off x="1028700" y="205829"/>
            <a:ext cx="3962400" cy="11811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893C6270-4570-1FBC-0728-484111818C74}"/>
              </a:ext>
            </a:extLst>
          </p:cNvPr>
          <p:cNvSpPr/>
          <p:nvPr/>
        </p:nvSpPr>
        <p:spPr>
          <a:xfrm>
            <a:off x="431800" y="975270"/>
            <a:ext cx="11328400" cy="5457061"/>
          </a:xfrm>
          <a:prstGeom prst="rect">
            <a:avLst/>
          </a:prstGeom>
          <a:solidFill>
            <a:schemeClr val="tx1">
              <a:lumMod val="85000"/>
              <a:lumOff val="15000"/>
              <a:alpha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317C03D-EF6A-ED4B-C9E7-1537C33F0B66}"/>
              </a:ext>
            </a:extLst>
          </p:cNvPr>
          <p:cNvSpPr/>
          <p:nvPr/>
        </p:nvSpPr>
        <p:spPr>
          <a:xfrm>
            <a:off x="812800" y="0"/>
            <a:ext cx="3962400" cy="11811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A3B59AC-E9F2-1E62-6BCF-A3E6B52CE92C}"/>
              </a:ext>
            </a:extLst>
          </p:cNvPr>
          <p:cNvSpPr txBox="1"/>
          <p:nvPr/>
        </p:nvSpPr>
        <p:spPr>
          <a:xfrm>
            <a:off x="1028700" y="205829"/>
            <a:ext cx="3626314" cy="769441"/>
          </a:xfrm>
          <a:prstGeom prst="rect">
            <a:avLst/>
          </a:prstGeom>
          <a:noFill/>
        </p:spPr>
        <p:txBody>
          <a:bodyPr wrap="none" rtlCol="0">
            <a:spAutoFit/>
          </a:bodyPr>
          <a:lstStyle/>
          <a:p>
            <a:r>
              <a:rPr lang="en-US" sz="4400" dirty="0">
                <a:solidFill>
                  <a:schemeClr val="bg1"/>
                </a:solidFill>
                <a:latin typeface="+mj-lt"/>
              </a:rPr>
              <a:t>Introduction</a:t>
            </a:r>
          </a:p>
        </p:txBody>
      </p:sp>
      <p:cxnSp>
        <p:nvCxnSpPr>
          <p:cNvPr id="8" name="Straight Connector 7">
            <a:extLst>
              <a:ext uri="{FF2B5EF4-FFF2-40B4-BE49-F238E27FC236}">
                <a16:creationId xmlns:a16="http://schemas.microsoft.com/office/drawing/2014/main" id="{5514DD11-5FBF-4029-3961-1225C70F165A}"/>
              </a:ext>
            </a:extLst>
          </p:cNvPr>
          <p:cNvCxnSpPr/>
          <p:nvPr/>
        </p:nvCxnSpPr>
        <p:spPr>
          <a:xfrm>
            <a:off x="1028700" y="870167"/>
            <a:ext cx="10593552"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E6D91F3-ABC3-B8A9-25F2-CF47E0BD5D1E}"/>
                  </a:ext>
                </a:extLst>
              </p:cNvPr>
              <p:cNvSpPr txBox="1"/>
              <p:nvPr/>
            </p:nvSpPr>
            <p:spPr>
              <a:xfrm>
                <a:off x="1238710" y="1744711"/>
                <a:ext cx="9714580" cy="4351832"/>
              </a:xfrm>
              <a:prstGeom prst="rect">
                <a:avLst/>
              </a:prstGeom>
              <a:noFill/>
            </p:spPr>
            <p:txBody>
              <a:bodyPr wrap="square" rtlCol="0">
                <a:spAutoFit/>
              </a:bodyPr>
              <a:lstStyle/>
              <a:p>
                <a:r>
                  <a:rPr lang="en-US" sz="2000" dirty="0">
                    <a:solidFill>
                      <a:schemeClr val="bg1"/>
                    </a:solidFill>
                    <a:effectLst/>
                    <a:latin typeface="Times New Roman" panose="02020603050405020304" pitchFamily="18" charset="0"/>
                    <a:ea typeface="Calibri" panose="020F0502020204030204" pitchFamily="34" charset="0"/>
                  </a:rPr>
                  <a:t>Nuclear reaction occurs </a:t>
                </a:r>
                <a:r>
                  <a:rPr lang="en-US" sz="2000" dirty="0">
                    <a:solidFill>
                      <a:schemeClr val="bg1"/>
                    </a:solidFill>
                    <a:latin typeface="Times New Roman" panose="02020603050405020304" pitchFamily="18" charset="0"/>
                    <a:ea typeface="Calibri" panose="020F0502020204030204" pitchFamily="34" charset="0"/>
                  </a:rPr>
                  <a:t>when an </a:t>
                </a:r>
                <a:r>
                  <a:rPr lang="en-US" sz="2000" dirty="0">
                    <a:solidFill>
                      <a:schemeClr val="bg1"/>
                    </a:solidFill>
                    <a:effectLst/>
                    <a:latin typeface="Times New Roman" panose="02020603050405020304" pitchFamily="18" charset="0"/>
                    <a:ea typeface="Calibri" panose="020F0502020204030204" pitchFamily="34" charset="0"/>
                  </a:rPr>
                  <a:t>unstable nucleus undergoes nuclear decay in order to attain a stable state. The stability of a nucleus depends upon the constituent neutrons and protons. Increasing number of neutron and protons results in an unstable nucleus.</a:t>
                </a:r>
              </a:p>
              <a:p>
                <a:r>
                  <a:rPr lang="en-US" sz="2000" dirty="0">
                    <a:solidFill>
                      <a:schemeClr val="bg1"/>
                    </a:solidFill>
                    <a:effectLst/>
                    <a:latin typeface="Times New Roman" panose="02020603050405020304" pitchFamily="18" charset="0"/>
                    <a:ea typeface="Calibri" panose="020F0502020204030204" pitchFamily="34" charset="0"/>
                  </a:rPr>
                  <a:t>      Binding Energy:</a:t>
                </a:r>
              </a:p>
              <a:p>
                <a:r>
                  <a:rPr lang="en-US" sz="2000" i="1" dirty="0">
                    <a:solidFill>
                      <a:schemeClr val="bg1"/>
                    </a:solidFill>
                    <a:effectLst/>
                    <a:latin typeface="Times New Roman" panose="02020603050405020304" pitchFamily="18" charset="0"/>
                    <a:ea typeface="Calibri" panose="020F0502020204030204" pitchFamily="34" charset="0"/>
                  </a:rPr>
                  <a:t>“The energy required to disperse or separate a nucleus into it’s constituent neutrons and protons is known as binding energy”.</a:t>
                </a:r>
              </a:p>
              <a:p>
                <a:endParaRPr lang="en-US" sz="2000" i="1" dirty="0">
                  <a:solidFill>
                    <a:schemeClr val="bg1"/>
                  </a:solidFill>
                  <a:effectLst/>
                  <a:latin typeface="Times New Roman" panose="02020603050405020304" pitchFamily="18" charset="0"/>
                  <a:ea typeface="Calibri" panose="020F0502020204030204" pitchFamily="34" charset="0"/>
                </a:endParaRPr>
              </a:p>
              <a:p>
                <a:r>
                  <a:rPr lang="en-US" sz="2000" dirty="0">
                    <a:solidFill>
                      <a:schemeClr val="bg1"/>
                    </a:solidFill>
                    <a:latin typeface="Times New Roman" panose="02020603050405020304" pitchFamily="18" charset="0"/>
                    <a:ea typeface="Calibri" panose="020F0502020204030204" pitchFamily="34" charset="0"/>
                  </a:rPr>
                  <a:t>The difference in mass of the nuclei so formed is equal to the binding energy and is given by,</a:t>
                </a:r>
              </a:p>
              <a:p>
                <a:pPr lvl="1"/>
                <a:r>
                  <a:rPr lang="en-US" sz="2000" dirty="0">
                    <a:solidFill>
                      <a:schemeClr val="bg1"/>
                    </a:solidFill>
                    <a:latin typeface="Times New Roman" panose="02020603050405020304" pitchFamily="18" charset="0"/>
                    <a:ea typeface="Calibri" panose="020F0502020204030204" pitchFamily="34" charset="0"/>
                  </a:rPr>
                  <a:t>B.E=</a:t>
                </a:r>
                <a:r>
                  <a:rPr lang="el-GR" sz="2000" dirty="0">
                    <a:solidFill>
                      <a:schemeClr val="bg1"/>
                    </a:solidFill>
                    <a:latin typeface="Times New Roman" panose="02020603050405020304" pitchFamily="18" charset="0"/>
                    <a:ea typeface="Calibri" panose="020F0502020204030204" pitchFamily="34" charset="0"/>
                  </a:rPr>
                  <a:t>Δ</a:t>
                </a:r>
                <a:r>
                  <a:rPr lang="en-US" sz="2000" dirty="0">
                    <a:solidFill>
                      <a:schemeClr val="bg1"/>
                    </a:solidFill>
                    <a:latin typeface="Times New Roman" panose="02020603050405020304" pitchFamily="18" charset="0"/>
                    <a:ea typeface="Calibri" panose="020F0502020204030204" pitchFamily="34" charset="0"/>
                  </a:rPr>
                  <a:t>mc2</a:t>
                </a:r>
              </a:p>
              <a:p>
                <a:r>
                  <a:rPr lang="en-US" sz="2000" dirty="0">
                    <a:solidFill>
                      <a:schemeClr val="bg1"/>
                    </a:solidFill>
                    <a:latin typeface="Times New Roman" panose="02020603050405020304" pitchFamily="18" charset="0"/>
                    <a:ea typeface="Calibri" panose="020F0502020204030204" pitchFamily="34" charset="0"/>
                  </a:rPr>
                  <a:t>One of the most common form of nuclear fission of them is U-235.</a:t>
                </a:r>
              </a:p>
              <a:p>
                <a:endParaRPr lang="en-US" sz="2000" dirty="0">
                  <a:solidFill>
                    <a:schemeClr val="bg1"/>
                  </a:solidFill>
                  <a:effectLst/>
                  <a:latin typeface="Times New Roman" panose="02020603050405020304" pitchFamily="18" charset="0"/>
                  <a:ea typeface="Calibri" panose="020F0502020204030204" pitchFamily="34" charset="0"/>
                </a:endParaRPr>
              </a:p>
              <a:p>
                <a:endParaRPr lang="en-US" sz="2000" dirty="0">
                  <a:solidFill>
                    <a:schemeClr val="bg1"/>
                  </a:solidFill>
                  <a:effectLst/>
                  <a:latin typeface="Times New Roman" panose="02020603050405020304" pitchFamily="18" charset="0"/>
                  <a:ea typeface="Calibri" panose="020F0502020204030204" pitchFamily="34" charset="0"/>
                </a:endParaRPr>
              </a:p>
              <a:p>
                <a:pPr algn="ctr"/>
                <a14:m>
                  <m:oMath xmlns:m="http://schemas.openxmlformats.org/officeDocument/2006/math">
                    <m:sPre>
                      <m:sPrePr>
                        <m:ctrlPr>
                          <a:rPr lang="en-US" sz="1800" i="1" kern="100" smtClean="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ctrlPr>
                      </m:sPrePr>
                      <m:sub>
                        <m:r>
                          <a:rPr lang="en-US" sz="1800" i="1" kern="10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t>92</m:t>
                        </m:r>
                      </m:sub>
                      <m:sup>
                        <m:r>
                          <a:rPr lang="en-US" sz="1800" i="1" kern="10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t>23</m:t>
                        </m:r>
                        <m:r>
                          <a:rPr lang="en-US" sz="1800" b="0" i="1" kern="100" smtClean="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t>5</m:t>
                        </m:r>
                      </m:sup>
                      <m:e>
                        <m:r>
                          <a:rPr lang="en-US" sz="1800" i="1" kern="10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t>𝑈</m:t>
                        </m:r>
                      </m:e>
                    </m:sPre>
                    <m:r>
                      <a:rPr lang="en-US" sz="1800" b="0" i="1" kern="100" smtClean="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t>+</m:t>
                    </m:r>
                    <m:r>
                      <m:rPr>
                        <m:nor/>
                      </m:rPr>
                      <a:rPr lang="el-GR" kern="100" dirty="0">
                        <a:solidFill>
                          <a:schemeClr val="accent1">
                            <a:lumMod val="40000"/>
                            <a:lumOff val="60000"/>
                          </a:schemeClr>
                        </a:solidFill>
                        <a:latin typeface="Calibri" panose="020F0502020204030204" pitchFamily="34" charset="0"/>
                        <a:ea typeface="Calibri" panose="020F0502020204030204" pitchFamily="34" charset="0"/>
                        <a:cs typeface="Mangal" panose="02040503050203030202" pitchFamily="18" charset="0"/>
                      </a:rPr>
                      <m:t>ή</m:t>
                    </m:r>
                    <m:r>
                      <a:rPr lang="en-US" sz="1800" i="1" kern="100">
                        <a:solidFill>
                          <a:schemeClr val="accent1">
                            <a:lumMod val="40000"/>
                            <a:lumOff val="60000"/>
                          </a:schemeClr>
                        </a:solidFill>
                        <a:effectLst/>
                        <a:latin typeface="Cambria Math" panose="02040503050406030204" pitchFamily="18" charset="0"/>
                        <a:ea typeface="Calibri" panose="020F0502020204030204" pitchFamily="34" charset="0"/>
                        <a:cs typeface="Times New Roman" panose="02020603050405020304" pitchFamily="18" charset="0"/>
                      </a:rPr>
                      <m:t>→</m:t>
                    </m:r>
                    <m:sPre>
                      <m:sPrePr>
                        <m:ctrlPr>
                          <a:rPr lang="en-US" sz="1800" i="1" kern="10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PrePr>
                      <m:sub>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36</m:t>
                        </m:r>
                      </m:sub>
                      <m:sup>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92</m:t>
                        </m:r>
                      </m:sup>
                      <m:e>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𝑘</m:t>
                        </m:r>
                      </m:e>
                    </m:sPre>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𝑟</m:t>
                    </m:r>
                    <m:r>
                      <a:rPr lang="en-US" sz="1800" i="1" kern="10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Pre>
                      <m:sPrePr>
                        <m:ctrlPr>
                          <a:rPr lang="en-US" sz="180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PrePr>
                      <m:sub>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56</m:t>
                        </m:r>
                      </m:sub>
                      <m:sup>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141</m:t>
                        </m:r>
                      </m:sup>
                      <m:e>
                        <m:r>
                          <a:rPr lang="en-US" sz="1800" b="0" i="1" kern="100" smtClean="0">
                            <a:solidFill>
                              <a:schemeClr val="accent1">
                                <a:lumMod val="40000"/>
                                <a:lumOff val="6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𝐵𝑎</m:t>
                        </m:r>
                      </m:e>
                    </m:sPre>
                  </m:oMath>
                </a14:m>
                <a:r>
                  <a:rPr lang="en-US" sz="1800" kern="100" dirty="0">
                    <a:effectLst/>
                    <a:latin typeface="Calibri" panose="020F0502020204030204" pitchFamily="34" charset="0"/>
                    <a:ea typeface="Calibri" panose="020F0502020204030204" pitchFamily="34" charset="0"/>
                    <a:cs typeface="Mangal" panose="02040503050203030202" pitchFamily="18" charset="0"/>
                  </a:rPr>
                  <a:t> </a:t>
                </a:r>
                <a:r>
                  <a:rPr lang="en-US" sz="1800" kern="100" dirty="0">
                    <a:solidFill>
                      <a:schemeClr val="accent1">
                        <a:lumMod val="40000"/>
                        <a:lumOff val="60000"/>
                      </a:schemeClr>
                    </a:solidFill>
                    <a:effectLst/>
                    <a:latin typeface="Calibri" panose="020F0502020204030204" pitchFamily="34" charset="0"/>
                    <a:ea typeface="Calibri" panose="020F0502020204030204" pitchFamily="34" charset="0"/>
                    <a:cs typeface="Mangal" panose="02040503050203030202" pitchFamily="18" charset="0"/>
                  </a:rPr>
                  <a:t>+ 3</a:t>
                </a:r>
                <a:r>
                  <a:rPr lang="el-GR" sz="1800" kern="100" dirty="0">
                    <a:solidFill>
                      <a:schemeClr val="accent1">
                        <a:lumMod val="40000"/>
                        <a:lumOff val="60000"/>
                      </a:schemeClr>
                    </a:solidFill>
                    <a:effectLst/>
                    <a:latin typeface="Calibri" panose="020F0502020204030204" pitchFamily="34" charset="0"/>
                    <a:ea typeface="Calibri" panose="020F0502020204030204" pitchFamily="34" charset="0"/>
                    <a:cs typeface="Mangal" panose="02040503050203030202" pitchFamily="18" charset="0"/>
                  </a:rPr>
                  <a:t>ή</a:t>
                </a:r>
                <a:endParaRPr lang="en-US" sz="1800" kern="100" dirty="0">
                  <a:solidFill>
                    <a:schemeClr val="accent1">
                      <a:lumMod val="40000"/>
                      <a:lumOff val="60000"/>
                    </a:schemeClr>
                  </a:solidFill>
                  <a:effectLst/>
                  <a:latin typeface="Calibri" panose="020F0502020204030204" pitchFamily="34" charset="0"/>
                  <a:ea typeface="Calibri" panose="020F0502020204030204" pitchFamily="34" charset="0"/>
                  <a:cs typeface="Mangal" panose="02040503050203030202" pitchFamily="18" charset="0"/>
                </a:endParaRPr>
              </a:p>
              <a:p>
                <a:endParaRPr lang="en-US" dirty="0">
                  <a:solidFill>
                    <a:schemeClr val="bg1"/>
                  </a:solidFill>
                </a:endParaRPr>
              </a:p>
            </p:txBody>
          </p:sp>
        </mc:Choice>
        <mc:Fallback xmlns="">
          <p:sp>
            <p:nvSpPr>
              <p:cNvPr id="4" name="TextBox 3">
                <a:extLst>
                  <a:ext uri="{FF2B5EF4-FFF2-40B4-BE49-F238E27FC236}">
                    <a16:creationId xmlns:a16="http://schemas.microsoft.com/office/drawing/2014/main" id="{5E6D91F3-ABC3-B8A9-25F2-CF47E0BD5D1E}"/>
                  </a:ext>
                </a:extLst>
              </p:cNvPr>
              <p:cNvSpPr txBox="1">
                <a:spLocks noRot="1" noChangeAspect="1" noMove="1" noResize="1" noEditPoints="1" noAdjustHandles="1" noChangeArrowheads="1" noChangeShapeType="1" noTextEdit="1"/>
              </p:cNvSpPr>
              <p:nvPr/>
            </p:nvSpPr>
            <p:spPr>
              <a:xfrm>
                <a:off x="1238710" y="1744711"/>
                <a:ext cx="9714580" cy="4351832"/>
              </a:xfrm>
              <a:prstGeom prst="rect">
                <a:avLst/>
              </a:prstGeom>
              <a:blipFill>
                <a:blip r:embed="rId3"/>
                <a:stretch>
                  <a:fillRect l="-627" t="-700"/>
                </a:stretch>
              </a:blipFill>
            </p:spPr>
            <p:txBody>
              <a:bodyPr/>
              <a:lstStyle/>
              <a:p>
                <a:r>
                  <a:rPr lang="en-US">
                    <a:noFill/>
                  </a:rPr>
                  <a:t> </a:t>
                </a:r>
              </a:p>
            </p:txBody>
          </p:sp>
        </mc:Fallback>
      </mc:AlternateContent>
    </p:spTree>
    <p:extLst>
      <p:ext uri="{BB962C8B-B14F-4D97-AF65-F5344CB8AC3E}">
        <p14:creationId xmlns:p14="http://schemas.microsoft.com/office/powerpoint/2010/main" val="1570083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9224FA15-9A52-7344-8294-97A4107036B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82B2B8E-BC0F-71C9-D062-2F2B6A6FF01D}"/>
              </a:ext>
            </a:extLst>
          </p:cNvPr>
          <p:cNvSpPr/>
          <p:nvPr/>
        </p:nvSpPr>
        <p:spPr>
          <a:xfrm>
            <a:off x="1028700" y="205829"/>
            <a:ext cx="3962400" cy="11811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0975304-C69D-B480-6A23-4CAEF2E1BE2E}"/>
              </a:ext>
            </a:extLst>
          </p:cNvPr>
          <p:cNvSpPr/>
          <p:nvPr/>
        </p:nvSpPr>
        <p:spPr>
          <a:xfrm>
            <a:off x="431800" y="975270"/>
            <a:ext cx="11328400" cy="5457061"/>
          </a:xfrm>
          <a:prstGeom prst="rect">
            <a:avLst/>
          </a:prstGeom>
          <a:solidFill>
            <a:schemeClr val="tx1">
              <a:lumMod val="85000"/>
              <a:lumOff val="15000"/>
              <a:alpha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DAFC5164-11D1-086C-D4BF-6F57B345AD31}"/>
              </a:ext>
            </a:extLst>
          </p:cNvPr>
          <p:cNvSpPr/>
          <p:nvPr/>
        </p:nvSpPr>
        <p:spPr>
          <a:xfrm>
            <a:off x="812800" y="0"/>
            <a:ext cx="3962400" cy="11811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CEB18E0-D2B1-216D-EB23-335F8653CAAA}"/>
              </a:ext>
            </a:extLst>
          </p:cNvPr>
          <p:cNvSpPr txBox="1"/>
          <p:nvPr/>
        </p:nvSpPr>
        <p:spPr>
          <a:xfrm>
            <a:off x="1028700" y="205829"/>
            <a:ext cx="3626314" cy="769441"/>
          </a:xfrm>
          <a:prstGeom prst="rect">
            <a:avLst/>
          </a:prstGeom>
          <a:noFill/>
        </p:spPr>
        <p:txBody>
          <a:bodyPr wrap="none" rtlCol="0">
            <a:spAutoFit/>
          </a:bodyPr>
          <a:lstStyle/>
          <a:p>
            <a:r>
              <a:rPr lang="en-US" sz="4400" dirty="0">
                <a:solidFill>
                  <a:schemeClr val="bg1"/>
                </a:solidFill>
                <a:latin typeface="+mj-lt"/>
              </a:rPr>
              <a:t>Introduction</a:t>
            </a:r>
          </a:p>
        </p:txBody>
      </p:sp>
      <p:cxnSp>
        <p:nvCxnSpPr>
          <p:cNvPr id="8" name="Straight Connector 7">
            <a:extLst>
              <a:ext uri="{FF2B5EF4-FFF2-40B4-BE49-F238E27FC236}">
                <a16:creationId xmlns:a16="http://schemas.microsoft.com/office/drawing/2014/main" id="{80BAD176-094C-44BA-AFBB-49FFA2C2156E}"/>
              </a:ext>
            </a:extLst>
          </p:cNvPr>
          <p:cNvCxnSpPr/>
          <p:nvPr/>
        </p:nvCxnSpPr>
        <p:spPr>
          <a:xfrm>
            <a:off x="1028700" y="870167"/>
            <a:ext cx="10593552"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A1D2D7B-5290-8476-58B8-1C4885F234BB}"/>
              </a:ext>
            </a:extLst>
          </p:cNvPr>
          <p:cNvSpPr txBox="1"/>
          <p:nvPr/>
        </p:nvSpPr>
        <p:spPr>
          <a:xfrm>
            <a:off x="812800" y="1744711"/>
            <a:ext cx="9501239" cy="1554272"/>
          </a:xfrm>
          <a:prstGeom prst="rect">
            <a:avLst/>
          </a:prstGeom>
          <a:noFill/>
        </p:spPr>
        <p:txBody>
          <a:bodyPr wrap="square" rtlCol="0">
            <a:spAutoFit/>
          </a:bodyPr>
          <a:lstStyle/>
          <a:p>
            <a:r>
              <a:rPr lang="en-US" sz="1900" dirty="0">
                <a:solidFill>
                  <a:schemeClr val="bg1"/>
                </a:solidFill>
              </a:rPr>
              <a:t>Uranium is a unique element that belongs to Acthides group. It exhibits properties of luminescence and radioactivity. It is highly abundant  It has a half life of 71.3 Million years.</a:t>
            </a:r>
          </a:p>
          <a:p>
            <a:r>
              <a:rPr lang="en-US" sz="1900" dirty="0">
                <a:solidFill>
                  <a:schemeClr val="bg1"/>
                </a:solidFill>
              </a:rPr>
              <a:t>There are in total about 422 operational fission reactors in the world (source IAEA) from which more than 99% are Uranium reactors. When completely fissioned, 1 mol of U-235 produces about 18 Terra Joules of Energy.</a:t>
            </a:r>
          </a:p>
        </p:txBody>
      </p:sp>
    </p:spTree>
    <p:extLst>
      <p:ext uri="{BB962C8B-B14F-4D97-AF65-F5344CB8AC3E}">
        <p14:creationId xmlns:p14="http://schemas.microsoft.com/office/powerpoint/2010/main" val="1380443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1515"/>
        </a:solidFill>
        <a:effectLst/>
      </p:bgPr>
    </p:bg>
    <p:spTree>
      <p:nvGrpSpPr>
        <p:cNvPr id="1" name="">
          <a:extLst>
            <a:ext uri="{FF2B5EF4-FFF2-40B4-BE49-F238E27FC236}">
              <a16:creationId xmlns:a16="http://schemas.microsoft.com/office/drawing/2014/main" id="{79C77E45-6776-73BE-8D13-59FEB2F2BCE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7E7113-1910-9168-D3DC-5D4EFC2D5454}"/>
              </a:ext>
            </a:extLst>
          </p:cNvPr>
          <p:cNvSpPr/>
          <p:nvPr/>
        </p:nvSpPr>
        <p:spPr>
          <a:xfrm>
            <a:off x="906378" y="879027"/>
            <a:ext cx="11285622" cy="5175504"/>
          </a:xfrm>
          <a:prstGeom prst="rect">
            <a:avLst/>
          </a:prstGeom>
          <a:pattFill prst="wdUpDiag">
            <a:fgClr>
              <a:schemeClr val="accent3">
                <a:lumMod val="20000"/>
                <a:lumOff val="80000"/>
              </a:schemeClr>
            </a:fgClr>
            <a:bgClr>
              <a:schemeClr val="bg1"/>
            </a:bgClr>
          </a:patt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EE8BAE17-2F6A-1EAD-B0FD-E6696E588C2B}"/>
              </a:ext>
            </a:extLst>
          </p:cNvPr>
          <p:cNvSpPr>
            <a:spLocks noGrp="1"/>
          </p:cNvSpPr>
          <p:nvPr>
            <p:ph type="title"/>
          </p:nvPr>
        </p:nvSpPr>
        <p:spPr>
          <a:xfrm>
            <a:off x="1363578" y="-57562"/>
            <a:ext cx="10058400" cy="1238597"/>
          </a:xfrm>
        </p:spPr>
        <p:txBody>
          <a:bodyPr/>
          <a:lstStyle/>
          <a:p>
            <a:r>
              <a:rPr lang="en-US" dirty="0">
                <a:solidFill>
                  <a:schemeClr val="bg1"/>
                </a:solidFill>
                <a:effectLst>
                  <a:outerShdw blurRad="38100" dist="38100" dir="2700000" algn="tl">
                    <a:srgbClr val="000000">
                      <a:alpha val="43137"/>
                    </a:srgbClr>
                  </a:outerShdw>
                </a:effectLst>
              </a:rPr>
              <a:t>Timeline</a:t>
            </a:r>
          </a:p>
        </p:txBody>
      </p:sp>
      <p:grpSp>
        <p:nvGrpSpPr>
          <p:cNvPr id="6" name="Group 5">
            <a:extLst>
              <a:ext uri="{FF2B5EF4-FFF2-40B4-BE49-F238E27FC236}">
                <a16:creationId xmlns:a16="http://schemas.microsoft.com/office/drawing/2014/main" id="{8A5A7044-24F8-8C47-C1D0-F82BA41C0021}"/>
              </a:ext>
            </a:extLst>
          </p:cNvPr>
          <p:cNvGrpSpPr/>
          <p:nvPr/>
        </p:nvGrpSpPr>
        <p:grpSpPr>
          <a:xfrm>
            <a:off x="312822" y="556763"/>
            <a:ext cx="185616" cy="7864535"/>
            <a:chOff x="215153" y="-147918"/>
            <a:chExt cx="318247" cy="7906871"/>
          </a:xfrm>
        </p:grpSpPr>
        <p:cxnSp>
          <p:nvCxnSpPr>
            <p:cNvPr id="8" name="Straight Connector 7">
              <a:extLst>
                <a:ext uri="{FF2B5EF4-FFF2-40B4-BE49-F238E27FC236}">
                  <a16:creationId xmlns:a16="http://schemas.microsoft.com/office/drawing/2014/main" id="{DFE58CD8-F687-3442-65BD-4EA1960CDFCC}"/>
                </a:ext>
              </a:extLst>
            </p:cNvPr>
            <p:cNvCxnSpPr/>
            <p:nvPr/>
          </p:nvCxnSpPr>
          <p:spPr>
            <a:xfrm>
              <a:off x="215153" y="-147918"/>
              <a:ext cx="0" cy="7342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ADFE876-21E3-F044-BF73-4321952C44BD}"/>
                </a:ext>
              </a:extLst>
            </p:cNvPr>
            <p:cNvCxnSpPr/>
            <p:nvPr/>
          </p:nvCxnSpPr>
          <p:spPr>
            <a:xfrm>
              <a:off x="367553" y="156882"/>
              <a:ext cx="0" cy="7342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BA822E-6A20-AB2B-980B-938E82DDEFF3}"/>
                </a:ext>
              </a:extLst>
            </p:cNvPr>
            <p:cNvCxnSpPr/>
            <p:nvPr/>
          </p:nvCxnSpPr>
          <p:spPr>
            <a:xfrm>
              <a:off x="533400" y="416859"/>
              <a:ext cx="0" cy="734209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ED96AEEA-FCFA-4104-9597-A0096AF450C7}"/>
              </a:ext>
            </a:extLst>
          </p:cNvPr>
          <p:cNvCxnSpPr>
            <a:cxnSpLocks/>
          </p:cNvCxnSpPr>
          <p:nvPr/>
        </p:nvCxnSpPr>
        <p:spPr>
          <a:xfrm>
            <a:off x="5378116" y="556763"/>
            <a:ext cx="68138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3DBB24-0A65-806C-97BD-F5AC46B44F9D}"/>
              </a:ext>
            </a:extLst>
          </p:cNvPr>
          <p:cNvCxnSpPr>
            <a:cxnSpLocks/>
          </p:cNvCxnSpPr>
          <p:nvPr/>
        </p:nvCxnSpPr>
        <p:spPr>
          <a:xfrm>
            <a:off x="995082" y="6401472"/>
            <a:ext cx="640433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7" name="Content Placeholder 3" descr="Placeholder Timeline&#10;">
            <a:extLst>
              <a:ext uri="{FF2B5EF4-FFF2-40B4-BE49-F238E27FC236}">
                <a16:creationId xmlns:a16="http://schemas.microsoft.com/office/drawing/2014/main" id="{FB7976A7-8659-9D1B-E58D-D7A643102B09}"/>
              </a:ext>
            </a:extLst>
          </p:cNvPr>
          <p:cNvGraphicFramePr>
            <a:graphicFrameLocks/>
          </p:cNvGraphicFramePr>
          <p:nvPr>
            <p:extLst>
              <p:ext uri="{D42A27DB-BD31-4B8C-83A1-F6EECF244321}">
                <p14:modId xmlns:p14="http://schemas.microsoft.com/office/powerpoint/2010/main" val="1034125716"/>
              </p:ext>
            </p:extLst>
          </p:nvPr>
        </p:nvGraphicFramePr>
        <p:xfrm>
          <a:off x="2997707" y="1462087"/>
          <a:ext cx="9194293" cy="3933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9084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1515"/>
        </a:solidFill>
        <a:effectLst/>
      </p:bgPr>
    </p:bg>
    <p:spTree>
      <p:nvGrpSpPr>
        <p:cNvPr id="1" name="">
          <a:extLst>
            <a:ext uri="{FF2B5EF4-FFF2-40B4-BE49-F238E27FC236}">
              <a16:creationId xmlns:a16="http://schemas.microsoft.com/office/drawing/2014/main" id="{04DE684F-02EB-C37F-8532-387C18C4532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1D2237C-B4DC-1BED-397B-9BCE21707D2C}"/>
              </a:ext>
            </a:extLst>
          </p:cNvPr>
          <p:cNvSpPr/>
          <p:nvPr/>
        </p:nvSpPr>
        <p:spPr>
          <a:xfrm>
            <a:off x="0" y="900543"/>
            <a:ext cx="11285622" cy="5175504"/>
          </a:xfrm>
          <a:prstGeom prst="rect">
            <a:avLst/>
          </a:prstGeom>
          <a:pattFill prst="wdUpDiag">
            <a:fgClr>
              <a:schemeClr val="accent5">
                <a:lumMod val="20000"/>
                <a:lumOff val="80000"/>
              </a:schemeClr>
            </a:fgClr>
            <a:bgClr>
              <a:schemeClr val="bg1"/>
            </a:bgClr>
          </a:patt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6" name="Group 5">
            <a:extLst>
              <a:ext uri="{FF2B5EF4-FFF2-40B4-BE49-F238E27FC236}">
                <a16:creationId xmlns:a16="http://schemas.microsoft.com/office/drawing/2014/main" id="{A9D45266-7777-3B9B-C10E-497A78C87C68}"/>
              </a:ext>
            </a:extLst>
          </p:cNvPr>
          <p:cNvGrpSpPr/>
          <p:nvPr/>
        </p:nvGrpSpPr>
        <p:grpSpPr>
          <a:xfrm flipV="1">
            <a:off x="11621373" y="-1810004"/>
            <a:ext cx="185616" cy="7864535"/>
            <a:chOff x="215153" y="-147918"/>
            <a:chExt cx="318247" cy="7906871"/>
          </a:xfrm>
        </p:grpSpPr>
        <p:cxnSp>
          <p:nvCxnSpPr>
            <p:cNvPr id="8" name="Straight Connector 7">
              <a:extLst>
                <a:ext uri="{FF2B5EF4-FFF2-40B4-BE49-F238E27FC236}">
                  <a16:creationId xmlns:a16="http://schemas.microsoft.com/office/drawing/2014/main" id="{460E1D20-BF4C-494A-5F57-4A42B689295C}"/>
                </a:ext>
              </a:extLst>
            </p:cNvPr>
            <p:cNvCxnSpPr/>
            <p:nvPr/>
          </p:nvCxnSpPr>
          <p:spPr>
            <a:xfrm>
              <a:off x="215153" y="-147918"/>
              <a:ext cx="0" cy="7342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B0BBCA-F0B9-0AA8-E84D-541292C52795}"/>
                </a:ext>
              </a:extLst>
            </p:cNvPr>
            <p:cNvCxnSpPr/>
            <p:nvPr/>
          </p:nvCxnSpPr>
          <p:spPr>
            <a:xfrm>
              <a:off x="367553" y="156882"/>
              <a:ext cx="0" cy="7342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B0838FA-32C8-B38E-29D2-A9EB84FE3AB6}"/>
                </a:ext>
              </a:extLst>
            </p:cNvPr>
            <p:cNvCxnSpPr/>
            <p:nvPr/>
          </p:nvCxnSpPr>
          <p:spPr>
            <a:xfrm>
              <a:off x="533400" y="416859"/>
              <a:ext cx="0" cy="734209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1" name="Straight Connector 10">
            <a:extLst>
              <a:ext uri="{FF2B5EF4-FFF2-40B4-BE49-F238E27FC236}">
                <a16:creationId xmlns:a16="http://schemas.microsoft.com/office/drawing/2014/main" id="{0E1BC319-0CE6-C5C4-0FE6-B6AD71F62E27}"/>
              </a:ext>
            </a:extLst>
          </p:cNvPr>
          <p:cNvCxnSpPr>
            <a:cxnSpLocks/>
          </p:cNvCxnSpPr>
          <p:nvPr/>
        </p:nvCxnSpPr>
        <p:spPr>
          <a:xfrm>
            <a:off x="0" y="561736"/>
            <a:ext cx="68138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468D7FB-4D9F-F019-531D-3AED8B0A7B7F}"/>
              </a:ext>
            </a:extLst>
          </p:cNvPr>
          <p:cNvCxnSpPr>
            <a:cxnSpLocks/>
          </p:cNvCxnSpPr>
          <p:nvPr/>
        </p:nvCxnSpPr>
        <p:spPr>
          <a:xfrm>
            <a:off x="5029200" y="6419356"/>
            <a:ext cx="6404339" cy="0"/>
          </a:xfrm>
          <a:prstGeom prst="line">
            <a:avLst/>
          </a:prstGeom>
        </p:spPr>
        <p:style>
          <a:lnRef idx="1">
            <a:schemeClr val="accent1"/>
          </a:lnRef>
          <a:fillRef idx="0">
            <a:schemeClr val="accent1"/>
          </a:fillRef>
          <a:effectRef idx="0">
            <a:schemeClr val="accent1"/>
          </a:effectRef>
          <a:fontRef idx="minor">
            <a:schemeClr val="tx1"/>
          </a:fontRef>
        </p:style>
      </p:cxnSp>
      <p:pic>
        <p:nvPicPr>
          <p:cNvPr id="57" name="Picture 56">
            <a:extLst>
              <a:ext uri="{FF2B5EF4-FFF2-40B4-BE49-F238E27FC236}">
                <a16:creationId xmlns:a16="http://schemas.microsoft.com/office/drawing/2014/main" id="{451F0231-C6E2-8D17-6566-83D4F374643B}"/>
              </a:ext>
            </a:extLst>
          </p:cNvPr>
          <p:cNvPicPr>
            <a:picLocks noChangeAspect="1"/>
          </p:cNvPicPr>
          <p:nvPr/>
        </p:nvPicPr>
        <p:blipFill>
          <a:blip r:embed="rId3"/>
          <a:stretch>
            <a:fillRect/>
          </a:stretch>
        </p:blipFill>
        <p:spPr>
          <a:xfrm>
            <a:off x="8606698" y="1519867"/>
            <a:ext cx="2517912" cy="1919908"/>
          </a:xfrm>
          <a:prstGeom prst="rect">
            <a:avLst/>
          </a:prstGeom>
        </p:spPr>
      </p:pic>
      <p:graphicFrame>
        <p:nvGraphicFramePr>
          <p:cNvPr id="14" name="Content Placeholder 3" descr="Placeholder Timeline&#10;">
            <a:extLst>
              <a:ext uri="{FF2B5EF4-FFF2-40B4-BE49-F238E27FC236}">
                <a16:creationId xmlns:a16="http://schemas.microsoft.com/office/drawing/2014/main" id="{973E1336-C1D9-B733-B043-666D65A2A51B}"/>
              </a:ext>
            </a:extLst>
          </p:cNvPr>
          <p:cNvGraphicFramePr>
            <a:graphicFrameLocks/>
          </p:cNvGraphicFramePr>
          <p:nvPr>
            <p:extLst>
              <p:ext uri="{D42A27DB-BD31-4B8C-83A1-F6EECF244321}">
                <p14:modId xmlns:p14="http://schemas.microsoft.com/office/powerpoint/2010/main" val="957105140"/>
              </p:ext>
            </p:extLst>
          </p:nvPr>
        </p:nvGraphicFramePr>
        <p:xfrm>
          <a:off x="0" y="1599013"/>
          <a:ext cx="10453687" cy="39338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16341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4BF9E9FB-F964-E0A1-DFE0-52A0F461E7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A76630-3D57-729A-FE97-4DE42F2D51AE}"/>
              </a:ext>
            </a:extLst>
          </p:cNvPr>
          <p:cNvSpPr/>
          <p:nvPr/>
        </p:nvSpPr>
        <p:spPr>
          <a:xfrm rot="16200000">
            <a:off x="4312089" y="-1741873"/>
            <a:ext cx="5953674" cy="9806154"/>
          </a:xfrm>
          <a:prstGeom prst="rect">
            <a:avLst/>
          </a:prstGeom>
          <a:solidFill>
            <a:schemeClr val="tx1">
              <a:lumMod val="65000"/>
              <a:lumOff val="35000"/>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88BEECB-D18B-47A4-F772-464090619573}"/>
              </a:ext>
            </a:extLst>
          </p:cNvPr>
          <p:cNvSpPr/>
          <p:nvPr/>
        </p:nvSpPr>
        <p:spPr>
          <a:xfrm>
            <a:off x="723818" y="5395148"/>
            <a:ext cx="4205533" cy="1338106"/>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8EF3153B-38DB-E8E6-4671-7E364FB8B296}"/>
              </a:ext>
            </a:extLst>
          </p:cNvPr>
          <p:cNvSpPr/>
          <p:nvPr/>
        </p:nvSpPr>
        <p:spPr>
          <a:xfrm>
            <a:off x="494670" y="5161958"/>
            <a:ext cx="4205533" cy="133810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13872CB7-F417-3D05-F55C-91A53E6D506E}"/>
              </a:ext>
            </a:extLst>
          </p:cNvPr>
          <p:cNvSpPr txBox="1"/>
          <p:nvPr/>
        </p:nvSpPr>
        <p:spPr>
          <a:xfrm>
            <a:off x="786880" y="5286704"/>
            <a:ext cx="4272323" cy="1446550"/>
          </a:xfrm>
          <a:prstGeom prst="rect">
            <a:avLst/>
          </a:prstGeom>
          <a:noFill/>
        </p:spPr>
        <p:txBody>
          <a:bodyPr wrap="none" rtlCol="0">
            <a:spAutoFit/>
          </a:bodyPr>
          <a:lstStyle/>
          <a:p>
            <a:r>
              <a:rPr lang="en-US" sz="4400" dirty="0">
                <a:solidFill>
                  <a:schemeClr val="bg1"/>
                </a:solidFill>
                <a:latin typeface="+mj-lt"/>
              </a:rPr>
              <a:t>Extraction</a:t>
            </a:r>
          </a:p>
          <a:p>
            <a:r>
              <a:rPr lang="en-US" sz="4400" dirty="0">
                <a:solidFill>
                  <a:schemeClr val="bg1"/>
                </a:solidFill>
                <a:latin typeface="+mj-lt"/>
              </a:rPr>
              <a:t> &amp; Enrichment</a:t>
            </a:r>
          </a:p>
        </p:txBody>
      </p:sp>
      <p:cxnSp>
        <p:nvCxnSpPr>
          <p:cNvPr id="10" name="Straight Connector 9">
            <a:extLst>
              <a:ext uri="{FF2B5EF4-FFF2-40B4-BE49-F238E27FC236}">
                <a16:creationId xmlns:a16="http://schemas.microsoft.com/office/drawing/2014/main" id="{104ACD79-6FEE-0AA9-0A63-16CB5ED11062}"/>
              </a:ext>
            </a:extLst>
          </p:cNvPr>
          <p:cNvCxnSpPr>
            <a:cxnSpLocks/>
          </p:cNvCxnSpPr>
          <p:nvPr/>
        </p:nvCxnSpPr>
        <p:spPr>
          <a:xfrm>
            <a:off x="723818" y="5986955"/>
            <a:ext cx="32932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01BC62B-469B-086C-46DC-0184D4D3EA75}"/>
              </a:ext>
            </a:extLst>
          </p:cNvPr>
          <p:cNvCxnSpPr>
            <a:cxnSpLocks/>
          </p:cNvCxnSpPr>
          <p:nvPr/>
        </p:nvCxnSpPr>
        <p:spPr>
          <a:xfrm>
            <a:off x="1624701" y="6646941"/>
            <a:ext cx="10567299"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21C702C4-703C-54BC-4FAC-45159AA03450}"/>
              </a:ext>
            </a:extLst>
          </p:cNvPr>
          <p:cNvSpPr/>
          <p:nvPr/>
        </p:nvSpPr>
        <p:spPr>
          <a:xfrm>
            <a:off x="0" y="0"/>
            <a:ext cx="364812" cy="6858000"/>
          </a:xfrm>
          <a:prstGeom prst="rect">
            <a:avLst/>
          </a:prstGeom>
          <a:solidFill>
            <a:srgbClr val="2626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ontent Placeholder 2">
            <a:extLst>
              <a:ext uri="{FF2B5EF4-FFF2-40B4-BE49-F238E27FC236}">
                <a16:creationId xmlns:a16="http://schemas.microsoft.com/office/drawing/2014/main" id="{D3E33C6A-8251-0F54-3209-E51B004A68D7}"/>
              </a:ext>
            </a:extLst>
          </p:cNvPr>
          <p:cNvSpPr txBox="1">
            <a:spLocks/>
          </p:cNvSpPr>
          <p:nvPr/>
        </p:nvSpPr>
        <p:spPr>
          <a:xfrm>
            <a:off x="2597436" y="480806"/>
            <a:ext cx="9594564" cy="376089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dirty="0">
                <a:solidFill>
                  <a:schemeClr val="bg1"/>
                </a:solidFill>
              </a:rPr>
              <a:t>Includes:</a:t>
            </a:r>
          </a:p>
          <a:p>
            <a:pPr>
              <a:buClr>
                <a:schemeClr val="bg1"/>
              </a:buClr>
              <a:buFont typeface="Courier New" panose="02070309020205020404" pitchFamily="49" charset="0"/>
              <a:buChar char="o"/>
            </a:pPr>
            <a:r>
              <a:rPr lang="en-US" dirty="0">
                <a:solidFill>
                  <a:schemeClr val="bg1"/>
                </a:solidFill>
              </a:rPr>
              <a:t> Uranium is mined along with other impurities from it’s ore.</a:t>
            </a:r>
          </a:p>
          <a:p>
            <a:pPr>
              <a:buClr>
                <a:schemeClr val="bg1"/>
              </a:buClr>
              <a:buFont typeface="Courier New" panose="02070309020205020404" pitchFamily="49" charset="0"/>
              <a:buChar char="o"/>
            </a:pPr>
            <a:r>
              <a:rPr lang="en-US" dirty="0">
                <a:solidFill>
                  <a:schemeClr val="bg1"/>
                </a:solidFill>
              </a:rPr>
              <a:t>Uranium is them milled into ’Yellow cake’. Yellow is later converted into UO2 and then into UF6 gas</a:t>
            </a:r>
          </a:p>
          <a:p>
            <a:pPr>
              <a:buClr>
                <a:schemeClr val="bg1"/>
              </a:buClr>
              <a:buFont typeface="Courier New" panose="02070309020205020404" pitchFamily="49" charset="0"/>
              <a:buChar char="o"/>
            </a:pPr>
            <a:r>
              <a:rPr lang="en-US" dirty="0">
                <a:solidFill>
                  <a:schemeClr val="bg1"/>
                </a:solidFill>
              </a:rPr>
              <a:t>UF6 gas is then enriched in large centrifuges (typically about 60-70% U235) to increase conc. of U-235 .</a:t>
            </a:r>
          </a:p>
          <a:p>
            <a:pPr>
              <a:buClr>
                <a:schemeClr val="bg1"/>
              </a:buClr>
              <a:buFont typeface="Courier New" panose="02070309020205020404" pitchFamily="49" charset="0"/>
              <a:buChar char="o"/>
            </a:pPr>
            <a:r>
              <a:rPr lang="en-US" dirty="0">
                <a:solidFill>
                  <a:schemeClr val="bg1"/>
                </a:solidFill>
              </a:rPr>
              <a:t>UF6 is converted back into UO2 and made into ceramic fuel pallets</a:t>
            </a:r>
          </a:p>
          <a:p>
            <a:pPr>
              <a:buClr>
                <a:schemeClr val="bg1"/>
              </a:buClr>
              <a:buFont typeface="Courier New" panose="02070309020205020404" pitchFamily="49" charset="0"/>
              <a:buChar char="o"/>
            </a:pPr>
            <a:r>
              <a:rPr lang="en-US" dirty="0">
                <a:solidFill>
                  <a:schemeClr val="bg1"/>
                </a:solidFill>
              </a:rPr>
              <a:t>Uranium pallets are cautiously stored before loading into the fuel rods to be used in reactors.</a:t>
            </a:r>
          </a:p>
          <a:p>
            <a:pPr>
              <a:buClr>
                <a:schemeClr val="bg1"/>
              </a:buClr>
              <a:buFont typeface="Courier New" panose="02070309020205020404" pitchFamily="49" charset="0"/>
              <a:buChar char="o"/>
            </a:pPr>
            <a:r>
              <a:rPr lang="en-US" dirty="0">
                <a:solidFill>
                  <a:schemeClr val="bg1"/>
                </a:solidFill>
              </a:rPr>
              <a:t>The used-up fuel is then reprocessed in underground repositories for the disposal of nuclear waste.</a:t>
            </a:r>
          </a:p>
        </p:txBody>
      </p:sp>
    </p:spTree>
    <p:extLst>
      <p:ext uri="{BB962C8B-B14F-4D97-AF65-F5344CB8AC3E}">
        <p14:creationId xmlns:p14="http://schemas.microsoft.com/office/powerpoint/2010/main" val="242765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b="-3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E63214-EC0D-B4B4-9880-D7ED05735912}"/>
              </a:ext>
            </a:extLst>
          </p:cNvPr>
          <p:cNvSpPr/>
          <p:nvPr/>
        </p:nvSpPr>
        <p:spPr>
          <a:xfrm>
            <a:off x="1609859" y="1"/>
            <a:ext cx="10582142" cy="6858000"/>
          </a:xfrm>
          <a:prstGeom prst="rect">
            <a:avLst/>
          </a:prstGeom>
          <a:solidFill>
            <a:schemeClr val="tx1">
              <a:lumMod val="65000"/>
              <a:lumOff val="35000"/>
              <a:alpha val="5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3C3C271-F92C-0903-B322-0757809BAEBA}"/>
              </a:ext>
            </a:extLst>
          </p:cNvPr>
          <p:cNvSpPr/>
          <p:nvPr/>
        </p:nvSpPr>
        <p:spPr>
          <a:xfrm>
            <a:off x="0" y="0"/>
            <a:ext cx="1609859" cy="6858000"/>
          </a:xfrm>
          <a:prstGeom prst="rect">
            <a:avLst/>
          </a:prstGeom>
          <a:solidFill>
            <a:schemeClr val="tx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32E1EB5-96CF-2B7B-0F98-EF4173C972A5}"/>
              </a:ext>
            </a:extLst>
          </p:cNvPr>
          <p:cNvSpPr txBox="1"/>
          <p:nvPr/>
        </p:nvSpPr>
        <p:spPr>
          <a:xfrm>
            <a:off x="339449" y="786225"/>
            <a:ext cx="930960" cy="5285550"/>
          </a:xfrm>
          <a:prstGeom prst="rect">
            <a:avLst/>
          </a:prstGeom>
          <a:noFill/>
        </p:spPr>
        <p:txBody>
          <a:bodyPr vert="wordArtVert" wrap="none" rtlCol="0">
            <a:spAutoFit/>
          </a:bodyPr>
          <a:lstStyle/>
          <a:p>
            <a:r>
              <a:rPr lang="en-US" sz="4400" dirty="0">
                <a:solidFill>
                  <a:schemeClr val="bg1"/>
                </a:solidFill>
              </a:rPr>
              <a:t>REACTOR</a:t>
            </a:r>
          </a:p>
        </p:txBody>
      </p:sp>
      <p:sp>
        <p:nvSpPr>
          <p:cNvPr id="14" name="Content Placeholder 2">
            <a:extLst>
              <a:ext uri="{FF2B5EF4-FFF2-40B4-BE49-F238E27FC236}">
                <a16:creationId xmlns:a16="http://schemas.microsoft.com/office/drawing/2014/main" id="{FAE2B2E6-0900-2D3D-5695-5235555022C6}"/>
              </a:ext>
            </a:extLst>
          </p:cNvPr>
          <p:cNvSpPr txBox="1">
            <a:spLocks/>
          </p:cNvSpPr>
          <p:nvPr/>
        </p:nvSpPr>
        <p:spPr>
          <a:xfrm>
            <a:off x="2257987" y="526631"/>
            <a:ext cx="9594564" cy="481810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dirty="0">
                <a:solidFill>
                  <a:schemeClr val="bg1"/>
                </a:solidFill>
              </a:rPr>
              <a:t>A reactor consists of</a:t>
            </a:r>
          </a:p>
          <a:p>
            <a:pPr>
              <a:buFont typeface="Courier New" panose="02070309020205020404" pitchFamily="49" charset="0"/>
              <a:buChar char="o"/>
            </a:pPr>
            <a:r>
              <a:rPr lang="en-US" dirty="0">
                <a:solidFill>
                  <a:schemeClr val="bg1"/>
                </a:solidFill>
              </a:rPr>
              <a:t>Control rods: Control rod bundles provide a rapid means of controlling chain reactions. Control rods are made of neutron absorbing materials and typically have the same dimensions as the fuel elements.</a:t>
            </a:r>
          </a:p>
          <a:p>
            <a:pPr>
              <a:buFont typeface="Courier New" panose="02070309020205020404" pitchFamily="49" charset="0"/>
              <a:buChar char="o"/>
            </a:pPr>
            <a:r>
              <a:rPr lang="en-US" dirty="0">
                <a:solidFill>
                  <a:schemeClr val="bg1"/>
                </a:solidFill>
              </a:rPr>
              <a:t>Fuel rods-They are the containment vessel that houses the fuel element. Nuclear fuel is a material capable of fissioning sufficiently to reach critical mass, that is, to sustain a nuclear chain reaction.</a:t>
            </a:r>
          </a:p>
          <a:p>
            <a:pPr>
              <a:buFont typeface="Courier New" panose="02070309020205020404" pitchFamily="49" charset="0"/>
              <a:buChar char="o"/>
            </a:pPr>
            <a:r>
              <a:rPr lang="en-US" dirty="0">
                <a:solidFill>
                  <a:schemeClr val="bg1"/>
                </a:solidFill>
              </a:rPr>
              <a:t>Coolant- The function of the coolant is to absorb this thermal energy and transport it.</a:t>
            </a:r>
          </a:p>
          <a:p>
            <a:pPr>
              <a:buFont typeface="Courier New" panose="02070309020205020404" pitchFamily="49" charset="0"/>
              <a:buChar char="o"/>
            </a:pPr>
            <a:r>
              <a:rPr lang="en-US" dirty="0">
                <a:solidFill>
                  <a:schemeClr val="bg1"/>
                </a:solidFill>
              </a:rPr>
              <a:t>Neutron mediators-The function of the moderator is to reduce the kinetic energy of the neutrons through elastic collisions of the neutrons with the nuclei of the moderator itself. </a:t>
            </a:r>
          </a:p>
        </p:txBody>
      </p:sp>
    </p:spTree>
    <p:extLst>
      <p:ext uri="{BB962C8B-B14F-4D97-AF65-F5344CB8AC3E}">
        <p14:creationId xmlns:p14="http://schemas.microsoft.com/office/powerpoint/2010/main" val="2261306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b="-3000"/>
          </a:stretch>
        </a:blipFill>
        <a:effectLst/>
      </p:bgPr>
    </p:bg>
    <p:spTree>
      <p:nvGrpSpPr>
        <p:cNvPr id="1" name="">
          <a:extLst>
            <a:ext uri="{FF2B5EF4-FFF2-40B4-BE49-F238E27FC236}">
              <a16:creationId xmlns:a16="http://schemas.microsoft.com/office/drawing/2014/main" id="{616FA2B0-2424-E797-C59B-CD7C761C70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E88564-E5E7-92C6-1565-43A085C2EF34}"/>
              </a:ext>
            </a:extLst>
          </p:cNvPr>
          <p:cNvSpPr/>
          <p:nvPr/>
        </p:nvSpPr>
        <p:spPr>
          <a:xfrm>
            <a:off x="1609859" y="1"/>
            <a:ext cx="10582142" cy="6858000"/>
          </a:xfrm>
          <a:prstGeom prst="rect">
            <a:avLst/>
          </a:prstGeom>
          <a:solidFill>
            <a:schemeClr val="tx1">
              <a:lumMod val="65000"/>
              <a:lumOff val="35000"/>
              <a:alpha val="5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Rectangle 1">
            <a:extLst>
              <a:ext uri="{FF2B5EF4-FFF2-40B4-BE49-F238E27FC236}">
                <a16:creationId xmlns:a16="http://schemas.microsoft.com/office/drawing/2014/main" id="{3942A62D-59FE-D6E3-2BB3-67C3AE84EF48}"/>
              </a:ext>
            </a:extLst>
          </p:cNvPr>
          <p:cNvSpPr/>
          <p:nvPr/>
        </p:nvSpPr>
        <p:spPr>
          <a:xfrm>
            <a:off x="0" y="0"/>
            <a:ext cx="1609859" cy="6858000"/>
          </a:xfrm>
          <a:prstGeom prst="rect">
            <a:avLst/>
          </a:prstGeom>
          <a:solidFill>
            <a:schemeClr val="tx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482987F-B7CC-74E6-D591-9E45644B3BA3}"/>
              </a:ext>
            </a:extLst>
          </p:cNvPr>
          <p:cNvSpPr txBox="1"/>
          <p:nvPr/>
        </p:nvSpPr>
        <p:spPr>
          <a:xfrm>
            <a:off x="339449" y="786225"/>
            <a:ext cx="930960" cy="5285550"/>
          </a:xfrm>
          <a:prstGeom prst="rect">
            <a:avLst/>
          </a:prstGeom>
          <a:noFill/>
        </p:spPr>
        <p:txBody>
          <a:bodyPr vert="wordArtVert" wrap="none" rtlCol="0">
            <a:spAutoFit/>
          </a:bodyPr>
          <a:lstStyle/>
          <a:p>
            <a:r>
              <a:rPr lang="en-US" sz="4400" dirty="0">
                <a:solidFill>
                  <a:schemeClr val="bg1"/>
                </a:solidFill>
              </a:rPr>
              <a:t>REACTOR</a:t>
            </a:r>
          </a:p>
        </p:txBody>
      </p:sp>
      <p:sp>
        <p:nvSpPr>
          <p:cNvPr id="15" name="Content Placeholder 2">
            <a:extLst>
              <a:ext uri="{FF2B5EF4-FFF2-40B4-BE49-F238E27FC236}">
                <a16:creationId xmlns:a16="http://schemas.microsoft.com/office/drawing/2014/main" id="{D19E9060-C56A-AD61-44A8-949B9D9B5B94}"/>
              </a:ext>
            </a:extLst>
          </p:cNvPr>
          <p:cNvSpPr txBox="1">
            <a:spLocks/>
          </p:cNvSpPr>
          <p:nvPr/>
        </p:nvSpPr>
        <p:spPr>
          <a:xfrm>
            <a:off x="2502411" y="815809"/>
            <a:ext cx="9594564" cy="376089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Courier New" panose="02070309020205020404" pitchFamily="49" charset="0"/>
              <a:buChar char="o"/>
            </a:pPr>
            <a:r>
              <a:rPr lang="en-US" dirty="0">
                <a:solidFill>
                  <a:schemeClr val="bg1"/>
                </a:solidFill>
              </a:rPr>
              <a:t>Powering core- The core is powered by fuel rods containing nuclear fuel. Neutron source provides the neutron required for starting the self-sustaining chain reaction.</a:t>
            </a:r>
          </a:p>
          <a:p>
            <a:pPr>
              <a:buFont typeface="Courier New" panose="02070309020205020404" pitchFamily="49" charset="0"/>
              <a:buChar char="o"/>
            </a:pPr>
            <a:r>
              <a:rPr lang="en-US" dirty="0">
                <a:solidFill>
                  <a:schemeClr val="bg1"/>
                </a:solidFill>
              </a:rPr>
              <a:t>Controlling chain reaction- Control rods are used to control of the nuclear chain reaction. Control rod are inserted into the reactor which absorbs excess neutrons slowing down the nuclear chain reaction.</a:t>
            </a:r>
          </a:p>
          <a:p>
            <a:pPr>
              <a:buFont typeface="Courier New" panose="02070309020205020404" pitchFamily="49" charset="0"/>
              <a:buChar char="o"/>
            </a:pPr>
            <a:r>
              <a:rPr lang="en-US" dirty="0">
                <a:solidFill>
                  <a:schemeClr val="bg1"/>
                </a:solidFill>
              </a:rPr>
              <a:t>Refueling- The used fuel is removed once it’s completely depleted, and fuel pallets are added into the fuel rod. While the used fuel is sent to be disposed or repurposing.</a:t>
            </a:r>
          </a:p>
        </p:txBody>
      </p:sp>
    </p:spTree>
    <p:extLst>
      <p:ext uri="{BB962C8B-B14F-4D97-AF65-F5344CB8AC3E}">
        <p14:creationId xmlns:p14="http://schemas.microsoft.com/office/powerpoint/2010/main" val="3819339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67F7881-5C76-0CD7-3B12-F26795154E1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9BC1E2E-72BB-3DEA-497D-24107937595C}"/>
              </a:ext>
            </a:extLst>
          </p:cNvPr>
          <p:cNvSpPr/>
          <p:nvPr/>
        </p:nvSpPr>
        <p:spPr>
          <a:xfrm>
            <a:off x="0" y="0"/>
            <a:ext cx="12192000" cy="6858000"/>
          </a:xfrm>
          <a:prstGeom prst="rect">
            <a:avLst/>
          </a:prstGeom>
          <a:solidFill>
            <a:schemeClr val="tx1">
              <a:lumMod val="65000"/>
              <a:lumOff val="35000"/>
              <a:alpha val="38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8" name="TextBox 17">
            <a:extLst>
              <a:ext uri="{FF2B5EF4-FFF2-40B4-BE49-F238E27FC236}">
                <a16:creationId xmlns:a16="http://schemas.microsoft.com/office/drawing/2014/main" id="{D2369D60-B968-BB26-FF73-410765EDD7B0}"/>
              </a:ext>
            </a:extLst>
          </p:cNvPr>
          <p:cNvSpPr txBox="1"/>
          <p:nvPr/>
        </p:nvSpPr>
        <p:spPr>
          <a:xfrm>
            <a:off x="246142" y="2888906"/>
            <a:ext cx="9437291" cy="3139321"/>
          </a:xfrm>
          <a:prstGeom prst="rect">
            <a:avLst/>
          </a:prstGeom>
          <a:noFill/>
        </p:spPr>
        <p:txBody>
          <a:bodyPr wrap="square">
            <a:spAutoFit/>
          </a:bodyPr>
          <a:lstStyle/>
          <a:p>
            <a:r>
              <a:rPr lang="en-US" dirty="0">
                <a:solidFill>
                  <a:schemeClr val="bg1"/>
                </a:solidFill>
              </a:rPr>
              <a:t>The Nuclear power plant is localized in remote region due to the risks associated.  The containment building is the last of several safeguards that prevent the release of radioactivity to the environment. A containment building is a reinforced steel, concrete or lead structure enclosing a nuclear reactor. It is designed, in any emergency, to contain the escape of radioactive steam or gas. The containment is the fourth and final barrier to radioactive release, the first being the fuel ceramic itself, the second being the metal fuel cladding tubes, the third being the reactor vessel and coolant system. The only recorded event of damage to a nuclear containment building is the Chernobyl disaster where the blast was strong enough to blow the upper casing of the reactor through the containment building. It caused a nuclear element infused fire that burned for months due the graphite . Blowing radioactive debris over a 100-mile radius.</a:t>
            </a:r>
          </a:p>
        </p:txBody>
      </p:sp>
      <p:cxnSp>
        <p:nvCxnSpPr>
          <p:cNvPr id="4" name="Straight Connector 3">
            <a:extLst>
              <a:ext uri="{FF2B5EF4-FFF2-40B4-BE49-F238E27FC236}">
                <a16:creationId xmlns:a16="http://schemas.microsoft.com/office/drawing/2014/main" id="{7956CFCA-B502-AC42-F88B-3C5620CB9C72}"/>
              </a:ext>
            </a:extLst>
          </p:cNvPr>
          <p:cNvCxnSpPr>
            <a:cxnSpLocks/>
          </p:cNvCxnSpPr>
          <p:nvPr/>
        </p:nvCxnSpPr>
        <p:spPr>
          <a:xfrm>
            <a:off x="246142" y="5510667"/>
            <a:ext cx="0" cy="79868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FE15DC23-E6E6-7348-E1B8-78E70A441C61}"/>
              </a:ext>
            </a:extLst>
          </p:cNvPr>
          <p:cNvCxnSpPr>
            <a:cxnSpLocks/>
          </p:cNvCxnSpPr>
          <p:nvPr/>
        </p:nvCxnSpPr>
        <p:spPr>
          <a:xfrm flipV="1">
            <a:off x="9683433" y="2009274"/>
            <a:ext cx="0" cy="457479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7470C5-6BE3-10DA-1C41-9904910A9075}"/>
              </a:ext>
            </a:extLst>
          </p:cNvPr>
          <p:cNvCxnSpPr>
            <a:cxnSpLocks/>
          </p:cNvCxnSpPr>
          <p:nvPr/>
        </p:nvCxnSpPr>
        <p:spPr>
          <a:xfrm>
            <a:off x="1784161" y="2870327"/>
            <a:ext cx="883571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FD1B157-FBFA-34C7-F46B-11A33F2DD3C6}"/>
              </a:ext>
            </a:extLst>
          </p:cNvPr>
          <p:cNvCxnSpPr>
            <a:cxnSpLocks/>
          </p:cNvCxnSpPr>
          <p:nvPr/>
        </p:nvCxnSpPr>
        <p:spPr>
          <a:xfrm flipH="1">
            <a:off x="0" y="6066421"/>
            <a:ext cx="7339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0C42777-F617-F620-F70B-7AB08E9EFDFB}"/>
              </a:ext>
            </a:extLst>
          </p:cNvPr>
          <p:cNvSpPr txBox="1"/>
          <p:nvPr/>
        </p:nvSpPr>
        <p:spPr>
          <a:xfrm>
            <a:off x="138362" y="2059133"/>
            <a:ext cx="4377096" cy="707886"/>
          </a:xfrm>
          <a:prstGeom prst="rect">
            <a:avLst/>
          </a:prstGeom>
          <a:noFill/>
        </p:spPr>
        <p:txBody>
          <a:bodyPr wrap="none" rtlCol="0">
            <a:spAutoFit/>
          </a:bodyPr>
          <a:lstStyle/>
          <a:p>
            <a:r>
              <a:rPr lang="en-US" sz="4000" dirty="0">
                <a:solidFill>
                  <a:schemeClr val="bg1"/>
                </a:solidFill>
              </a:rPr>
              <a:t>Nuclear safeguards</a:t>
            </a:r>
          </a:p>
        </p:txBody>
      </p:sp>
    </p:spTree>
    <p:extLst>
      <p:ext uri="{BB962C8B-B14F-4D97-AF65-F5344CB8AC3E}">
        <p14:creationId xmlns:p14="http://schemas.microsoft.com/office/powerpoint/2010/main" val="1729916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020101"/>
        </a:solidFill>
        <a:effectLst/>
      </p:bgPr>
    </p:bg>
    <p:spTree>
      <p:nvGrpSpPr>
        <p:cNvPr id="1" name="">
          <a:extLst>
            <a:ext uri="{FF2B5EF4-FFF2-40B4-BE49-F238E27FC236}">
              <a16:creationId xmlns:a16="http://schemas.microsoft.com/office/drawing/2014/main" id="{F13FBEDC-4580-59E5-F797-45E4C2FF2F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6A5DC6-A082-64F1-4192-F24051A4324E}"/>
              </a:ext>
            </a:extLst>
          </p:cNvPr>
          <p:cNvSpPr/>
          <p:nvPr/>
        </p:nvSpPr>
        <p:spPr>
          <a:xfrm>
            <a:off x="995082" y="828548"/>
            <a:ext cx="10698480" cy="5175504"/>
          </a:xfrm>
          <a:prstGeom prst="rect">
            <a:avLst/>
          </a:prstGeom>
          <a:pattFill prst="wdUpDiag">
            <a:fgClr>
              <a:schemeClr val="accent5">
                <a:lumMod val="20000"/>
                <a:lumOff val="80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B06EEE7-EAF5-7EB6-520C-86A0597C27D9}"/>
              </a:ext>
            </a:extLst>
          </p:cNvPr>
          <p:cNvSpPr txBox="1"/>
          <p:nvPr/>
        </p:nvSpPr>
        <p:spPr>
          <a:xfrm>
            <a:off x="1277471" y="416859"/>
            <a:ext cx="3249608" cy="769441"/>
          </a:xfrm>
          <a:prstGeom prst="rect">
            <a:avLst/>
          </a:prstGeom>
          <a:noFill/>
        </p:spPr>
        <p:txBody>
          <a:bodyPr wrap="none" rtlCol="0">
            <a:spAutoFit/>
          </a:bodyPr>
          <a:lstStyle/>
          <a:p>
            <a:r>
              <a:rPr lang="en-US" sz="4400" dirty="0">
                <a:solidFill>
                  <a:schemeClr val="bg1"/>
                </a:solidFill>
                <a:effectLst>
                  <a:outerShdw blurRad="38100" dist="38100" dir="2700000" algn="tl">
                    <a:srgbClr val="000000">
                      <a:alpha val="43137"/>
                    </a:srgbClr>
                  </a:outerShdw>
                </a:effectLst>
              </a:rPr>
              <a:t>URANIUM AS</a:t>
            </a:r>
          </a:p>
        </p:txBody>
      </p:sp>
      <p:sp>
        <p:nvSpPr>
          <p:cNvPr id="6" name="TextBox 5">
            <a:extLst>
              <a:ext uri="{FF2B5EF4-FFF2-40B4-BE49-F238E27FC236}">
                <a16:creationId xmlns:a16="http://schemas.microsoft.com/office/drawing/2014/main" id="{F8D6D768-5368-8B9D-665F-45FDB4439FFE}"/>
              </a:ext>
            </a:extLst>
          </p:cNvPr>
          <p:cNvSpPr txBox="1"/>
          <p:nvPr/>
        </p:nvSpPr>
        <p:spPr>
          <a:xfrm>
            <a:off x="7803778" y="5632031"/>
            <a:ext cx="3568606" cy="769441"/>
          </a:xfrm>
          <a:prstGeom prst="rect">
            <a:avLst/>
          </a:prstGeom>
          <a:noFill/>
        </p:spPr>
        <p:txBody>
          <a:bodyPr wrap="none" rtlCol="0">
            <a:spAutoFit/>
          </a:bodyPr>
          <a:lstStyle/>
          <a:p>
            <a:r>
              <a:rPr lang="en-US" sz="4400" dirty="0">
                <a:solidFill>
                  <a:schemeClr val="bg1"/>
                </a:solidFill>
                <a:effectLst>
                  <a:outerShdw blurRad="38100" dist="38100" dir="2700000" algn="tl">
                    <a:srgbClr val="000000">
                      <a:alpha val="43137"/>
                    </a:srgbClr>
                  </a:outerShdw>
                </a:effectLst>
              </a:rPr>
              <a:t>A CLEAN FUEL</a:t>
            </a:r>
          </a:p>
        </p:txBody>
      </p:sp>
      <p:grpSp>
        <p:nvGrpSpPr>
          <p:cNvPr id="11" name="Group 10">
            <a:extLst>
              <a:ext uri="{FF2B5EF4-FFF2-40B4-BE49-F238E27FC236}">
                <a16:creationId xmlns:a16="http://schemas.microsoft.com/office/drawing/2014/main" id="{2FC6ACE4-DFF5-DD3B-B642-02B260CFAEC6}"/>
              </a:ext>
            </a:extLst>
          </p:cNvPr>
          <p:cNvGrpSpPr/>
          <p:nvPr/>
        </p:nvGrpSpPr>
        <p:grpSpPr>
          <a:xfrm>
            <a:off x="312822" y="556763"/>
            <a:ext cx="185616" cy="7864535"/>
            <a:chOff x="215153" y="-147918"/>
            <a:chExt cx="318247" cy="7906871"/>
          </a:xfrm>
        </p:grpSpPr>
        <p:cxnSp>
          <p:nvCxnSpPr>
            <p:cNvPr id="8" name="Straight Connector 7">
              <a:extLst>
                <a:ext uri="{FF2B5EF4-FFF2-40B4-BE49-F238E27FC236}">
                  <a16:creationId xmlns:a16="http://schemas.microsoft.com/office/drawing/2014/main" id="{BDB31B49-27B3-AFD8-C08D-FD8F0AFFA67D}"/>
                </a:ext>
              </a:extLst>
            </p:cNvPr>
            <p:cNvCxnSpPr/>
            <p:nvPr/>
          </p:nvCxnSpPr>
          <p:spPr>
            <a:xfrm>
              <a:off x="215153" y="-147918"/>
              <a:ext cx="0" cy="7342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1F188DD-C691-CDD4-744B-03D9A58BAB13}"/>
                </a:ext>
              </a:extLst>
            </p:cNvPr>
            <p:cNvCxnSpPr/>
            <p:nvPr/>
          </p:nvCxnSpPr>
          <p:spPr>
            <a:xfrm>
              <a:off x="367553" y="156882"/>
              <a:ext cx="0" cy="73420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AE33FF-8474-D9EF-553D-810C9B70CA17}"/>
                </a:ext>
              </a:extLst>
            </p:cNvPr>
            <p:cNvCxnSpPr/>
            <p:nvPr/>
          </p:nvCxnSpPr>
          <p:spPr>
            <a:xfrm>
              <a:off x="533400" y="416859"/>
              <a:ext cx="0" cy="7342094"/>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1597B0DF-BDBF-0287-745A-06F1ADB28901}"/>
              </a:ext>
            </a:extLst>
          </p:cNvPr>
          <p:cNvCxnSpPr>
            <a:cxnSpLocks/>
          </p:cNvCxnSpPr>
          <p:nvPr/>
        </p:nvCxnSpPr>
        <p:spPr>
          <a:xfrm>
            <a:off x="5378116" y="556763"/>
            <a:ext cx="63154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4592792-9094-E1EC-E2C0-4FEA87D59E2F}"/>
              </a:ext>
            </a:extLst>
          </p:cNvPr>
          <p:cNvCxnSpPr>
            <a:cxnSpLocks/>
          </p:cNvCxnSpPr>
          <p:nvPr/>
        </p:nvCxnSpPr>
        <p:spPr>
          <a:xfrm>
            <a:off x="995082" y="6401472"/>
            <a:ext cx="6404339"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3A58E89-3031-5AE3-11E8-6EC497A8A837}"/>
              </a:ext>
            </a:extLst>
          </p:cNvPr>
          <p:cNvSpPr txBox="1"/>
          <p:nvPr/>
        </p:nvSpPr>
        <p:spPr>
          <a:xfrm>
            <a:off x="1609066" y="1228835"/>
            <a:ext cx="3343672" cy="400110"/>
          </a:xfrm>
          <a:prstGeom prst="rect">
            <a:avLst/>
          </a:prstGeom>
          <a:noFill/>
        </p:spPr>
        <p:txBody>
          <a:bodyPr wrap="none" rtlCol="0">
            <a:spAutoFit/>
          </a:bodyPr>
          <a:lstStyle/>
          <a:p>
            <a:r>
              <a:rPr lang="en-US" sz="2000" dirty="0"/>
              <a:t>Energy efficiency comparison</a:t>
            </a:r>
          </a:p>
        </p:txBody>
      </p:sp>
      <p:pic>
        <p:nvPicPr>
          <p:cNvPr id="27" name="Picture 26">
            <a:extLst>
              <a:ext uri="{FF2B5EF4-FFF2-40B4-BE49-F238E27FC236}">
                <a16:creationId xmlns:a16="http://schemas.microsoft.com/office/drawing/2014/main" id="{76F61373-CD19-1971-ACB5-14B0BE8728D6}"/>
              </a:ext>
            </a:extLst>
          </p:cNvPr>
          <p:cNvPicPr>
            <a:picLocks noChangeAspect="1"/>
          </p:cNvPicPr>
          <p:nvPr/>
        </p:nvPicPr>
        <p:blipFill>
          <a:blip r:embed="rId2"/>
          <a:stretch>
            <a:fillRect/>
          </a:stretch>
        </p:blipFill>
        <p:spPr>
          <a:xfrm>
            <a:off x="6595184" y="1820252"/>
            <a:ext cx="807663" cy="807663"/>
          </a:xfrm>
          <a:prstGeom prst="rect">
            <a:avLst/>
          </a:prstGeom>
        </p:spPr>
      </p:pic>
      <p:grpSp>
        <p:nvGrpSpPr>
          <p:cNvPr id="58" name="Group 57">
            <a:extLst>
              <a:ext uri="{FF2B5EF4-FFF2-40B4-BE49-F238E27FC236}">
                <a16:creationId xmlns:a16="http://schemas.microsoft.com/office/drawing/2014/main" id="{9E424F84-134F-AF93-24C5-0AC14BE363E0}"/>
              </a:ext>
            </a:extLst>
          </p:cNvPr>
          <p:cNvGrpSpPr/>
          <p:nvPr/>
        </p:nvGrpSpPr>
        <p:grpSpPr>
          <a:xfrm>
            <a:off x="2525040" y="3046515"/>
            <a:ext cx="1792806" cy="593819"/>
            <a:chOff x="3725991" y="2480744"/>
            <a:chExt cx="1792806" cy="593819"/>
          </a:xfrm>
        </p:grpSpPr>
        <p:sp>
          <p:nvSpPr>
            <p:cNvPr id="38" name="Flowchart: Magnetic Disk 37">
              <a:extLst>
                <a:ext uri="{FF2B5EF4-FFF2-40B4-BE49-F238E27FC236}">
                  <a16:creationId xmlns:a16="http://schemas.microsoft.com/office/drawing/2014/main" id="{FDCC7EC3-5B94-A7DB-4ABA-3AA3C597F074}"/>
                </a:ext>
              </a:extLst>
            </p:cNvPr>
            <p:cNvSpPr/>
            <p:nvPr/>
          </p:nvSpPr>
          <p:spPr>
            <a:xfrm>
              <a:off x="3725991" y="2489788"/>
              <a:ext cx="425117" cy="584775"/>
            </a:xfrm>
            <a:prstGeom prst="flowChartMagneticDisk">
              <a:avLst/>
            </a:prstGeom>
            <a:solidFill>
              <a:schemeClr val="tx1">
                <a:lumMod val="50000"/>
                <a:lumOff val="50000"/>
              </a:schemeClr>
            </a:solidFill>
            <a:ln>
              <a:solidFill>
                <a:srgbClr val="1615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641BE79A-D1C8-F563-1E67-896D7A454070}"/>
                </a:ext>
              </a:extLst>
            </p:cNvPr>
            <p:cNvSpPr txBox="1"/>
            <p:nvPr/>
          </p:nvSpPr>
          <p:spPr>
            <a:xfrm>
              <a:off x="5093681" y="2480745"/>
              <a:ext cx="425116" cy="584775"/>
            </a:xfrm>
            <a:prstGeom prst="rect">
              <a:avLst/>
            </a:prstGeom>
            <a:noFill/>
          </p:spPr>
          <p:txBody>
            <a:bodyPr wrap="none" rtlCol="0">
              <a:spAutoFit/>
            </a:bodyPr>
            <a:lstStyle/>
            <a:p>
              <a:r>
                <a:rPr lang="en-US" sz="3200" dirty="0"/>
                <a:t>=</a:t>
              </a:r>
            </a:p>
          </p:txBody>
        </p:sp>
        <p:sp>
          <p:nvSpPr>
            <p:cNvPr id="40" name="TextBox 39">
              <a:extLst>
                <a:ext uri="{FF2B5EF4-FFF2-40B4-BE49-F238E27FC236}">
                  <a16:creationId xmlns:a16="http://schemas.microsoft.com/office/drawing/2014/main" id="{88B71B4D-086B-68ED-7616-400AA41777E3}"/>
                </a:ext>
              </a:extLst>
            </p:cNvPr>
            <p:cNvSpPr txBox="1"/>
            <p:nvPr/>
          </p:nvSpPr>
          <p:spPr>
            <a:xfrm>
              <a:off x="4327246" y="2480744"/>
              <a:ext cx="625492" cy="584775"/>
            </a:xfrm>
            <a:prstGeom prst="rect">
              <a:avLst/>
            </a:prstGeom>
            <a:noFill/>
          </p:spPr>
          <p:txBody>
            <a:bodyPr wrap="none" rtlCol="0">
              <a:spAutoFit/>
            </a:bodyPr>
            <a:lstStyle/>
            <a:p>
              <a:r>
                <a:rPr lang="en-US" sz="1600" dirty="0"/>
                <a:t>5g of</a:t>
              </a:r>
            </a:p>
            <a:p>
              <a:r>
                <a:rPr lang="en-US" sz="1600" baseline="30000" dirty="0"/>
                <a:t>235</a:t>
              </a:r>
              <a:r>
                <a:rPr lang="en-US" sz="1600" dirty="0"/>
                <a:t>U</a:t>
              </a:r>
              <a:endParaRPr lang="en-US" sz="1600" baseline="-25000" dirty="0"/>
            </a:p>
          </p:txBody>
        </p:sp>
      </p:grpSp>
      <p:grpSp>
        <p:nvGrpSpPr>
          <p:cNvPr id="2" name="Group 1">
            <a:extLst>
              <a:ext uri="{FF2B5EF4-FFF2-40B4-BE49-F238E27FC236}">
                <a16:creationId xmlns:a16="http://schemas.microsoft.com/office/drawing/2014/main" id="{DAB8DF9C-4B71-3BD7-0115-51025DFB10D0}"/>
              </a:ext>
            </a:extLst>
          </p:cNvPr>
          <p:cNvGrpSpPr/>
          <p:nvPr/>
        </p:nvGrpSpPr>
        <p:grpSpPr>
          <a:xfrm>
            <a:off x="5173579" y="692765"/>
            <a:ext cx="7484631" cy="5169899"/>
            <a:chOff x="5173579" y="692765"/>
            <a:chExt cx="7484631" cy="5169899"/>
          </a:xfrm>
        </p:grpSpPr>
        <p:graphicFrame>
          <p:nvGraphicFramePr>
            <p:cNvPr id="20" name="Chart 19">
              <a:extLst>
                <a:ext uri="{FF2B5EF4-FFF2-40B4-BE49-F238E27FC236}">
                  <a16:creationId xmlns:a16="http://schemas.microsoft.com/office/drawing/2014/main" id="{E537885B-BA47-C03A-C1D0-19EBBD75550C}"/>
                </a:ext>
              </a:extLst>
            </p:cNvPr>
            <p:cNvGraphicFramePr/>
            <p:nvPr>
              <p:extLst>
                <p:ext uri="{D42A27DB-BD31-4B8C-83A1-F6EECF244321}">
                  <p14:modId xmlns:p14="http://schemas.microsoft.com/office/powerpoint/2010/main" val="4096720635"/>
                </p:ext>
              </p:extLst>
            </p:nvPr>
          </p:nvGraphicFramePr>
          <p:xfrm>
            <a:off x="5173579" y="692765"/>
            <a:ext cx="7484631" cy="4745510"/>
          </p:xfrm>
          <a:graphic>
            <a:graphicData uri="http://schemas.openxmlformats.org/drawingml/2006/chart">
              <c:chart xmlns:c="http://schemas.openxmlformats.org/drawingml/2006/chart" xmlns:r="http://schemas.openxmlformats.org/officeDocument/2006/relationships" r:id="rId3"/>
            </a:graphicData>
          </a:graphic>
        </p:graphicFrame>
        <p:pic>
          <p:nvPicPr>
            <p:cNvPr id="23" name="Picture 22">
              <a:extLst>
                <a:ext uri="{FF2B5EF4-FFF2-40B4-BE49-F238E27FC236}">
                  <a16:creationId xmlns:a16="http://schemas.microsoft.com/office/drawing/2014/main" id="{D242B172-4EF2-C9DB-D829-B41B5296B05A}"/>
                </a:ext>
              </a:extLst>
            </p:cNvPr>
            <p:cNvPicPr>
              <a:picLocks noChangeAspect="1"/>
            </p:cNvPicPr>
            <p:nvPr/>
          </p:nvPicPr>
          <p:blipFill>
            <a:blip r:embed="rId4"/>
            <a:stretch>
              <a:fillRect/>
            </a:stretch>
          </p:blipFill>
          <p:spPr>
            <a:xfrm>
              <a:off x="8706527" y="4884324"/>
              <a:ext cx="789262" cy="789262"/>
            </a:xfrm>
            <a:prstGeom prst="rect">
              <a:avLst/>
            </a:prstGeom>
          </p:spPr>
        </p:pic>
        <p:pic>
          <p:nvPicPr>
            <p:cNvPr id="28" name="Picture 27">
              <a:extLst>
                <a:ext uri="{FF2B5EF4-FFF2-40B4-BE49-F238E27FC236}">
                  <a16:creationId xmlns:a16="http://schemas.microsoft.com/office/drawing/2014/main" id="{07F44775-B714-F13E-1B7B-2D253DF3BA2B}"/>
                </a:ext>
              </a:extLst>
            </p:cNvPr>
            <p:cNvPicPr>
              <a:picLocks noChangeAspect="1"/>
            </p:cNvPicPr>
            <p:nvPr/>
          </p:nvPicPr>
          <p:blipFill>
            <a:blip r:embed="rId5"/>
            <a:stretch>
              <a:fillRect/>
            </a:stretch>
          </p:blipFill>
          <p:spPr>
            <a:xfrm>
              <a:off x="10282518" y="1820252"/>
              <a:ext cx="807663" cy="786018"/>
            </a:xfrm>
            <a:prstGeom prst="rect">
              <a:avLst/>
            </a:prstGeom>
          </p:spPr>
        </p:pic>
        <p:sp>
          <p:nvSpPr>
            <p:cNvPr id="30" name="TextBox 29">
              <a:extLst>
                <a:ext uri="{FF2B5EF4-FFF2-40B4-BE49-F238E27FC236}">
                  <a16:creationId xmlns:a16="http://schemas.microsoft.com/office/drawing/2014/main" id="{6DBC3193-4623-3781-F86A-18C439E43C1B}"/>
                </a:ext>
              </a:extLst>
            </p:cNvPr>
            <p:cNvSpPr txBox="1"/>
            <p:nvPr/>
          </p:nvSpPr>
          <p:spPr>
            <a:xfrm>
              <a:off x="5663540" y="2547821"/>
              <a:ext cx="1160189" cy="338554"/>
            </a:xfrm>
            <a:prstGeom prst="rect">
              <a:avLst/>
            </a:prstGeom>
            <a:noFill/>
          </p:spPr>
          <p:txBody>
            <a:bodyPr wrap="none" rtlCol="0">
              <a:spAutoFit/>
            </a:bodyPr>
            <a:lstStyle/>
            <a:p>
              <a:r>
                <a:rPr lang="en-US" sz="1600" dirty="0"/>
                <a:t>x565 Liters</a:t>
              </a:r>
            </a:p>
          </p:txBody>
        </p:sp>
        <p:sp>
          <p:nvSpPr>
            <p:cNvPr id="31" name="TextBox 30">
              <a:extLst>
                <a:ext uri="{FF2B5EF4-FFF2-40B4-BE49-F238E27FC236}">
                  <a16:creationId xmlns:a16="http://schemas.microsoft.com/office/drawing/2014/main" id="{CD208E2E-64B3-A4A3-E0C5-E18B6CD7DBFA}"/>
                </a:ext>
              </a:extLst>
            </p:cNvPr>
            <p:cNvSpPr txBox="1"/>
            <p:nvPr/>
          </p:nvSpPr>
          <p:spPr>
            <a:xfrm>
              <a:off x="10737171" y="2547821"/>
              <a:ext cx="1195156" cy="338554"/>
            </a:xfrm>
            <a:prstGeom prst="rect">
              <a:avLst/>
            </a:prstGeom>
            <a:noFill/>
          </p:spPr>
          <p:txBody>
            <a:bodyPr wrap="square" rtlCol="0">
              <a:spAutoFit/>
            </a:bodyPr>
            <a:lstStyle/>
            <a:p>
              <a:r>
                <a:rPr lang="en-US" sz="1600" dirty="0"/>
                <a:t>x480 cm</a:t>
              </a:r>
              <a:r>
                <a:rPr lang="en-US" sz="1600" baseline="30000" dirty="0"/>
                <a:t>3</a:t>
              </a:r>
            </a:p>
          </p:txBody>
        </p:sp>
        <p:sp>
          <p:nvSpPr>
            <p:cNvPr id="32" name="TextBox 31">
              <a:extLst>
                <a:ext uri="{FF2B5EF4-FFF2-40B4-BE49-F238E27FC236}">
                  <a16:creationId xmlns:a16="http://schemas.microsoft.com/office/drawing/2014/main" id="{1BCFE069-3985-4044-4C12-12014D3F17F9}"/>
                </a:ext>
              </a:extLst>
            </p:cNvPr>
            <p:cNvSpPr txBox="1"/>
            <p:nvPr/>
          </p:nvSpPr>
          <p:spPr>
            <a:xfrm>
              <a:off x="9495789" y="5335088"/>
              <a:ext cx="1026050" cy="338554"/>
            </a:xfrm>
            <a:prstGeom prst="rect">
              <a:avLst/>
            </a:prstGeom>
            <a:noFill/>
          </p:spPr>
          <p:txBody>
            <a:bodyPr wrap="none" rtlCol="0">
              <a:spAutoFit/>
            </a:bodyPr>
            <a:lstStyle/>
            <a:p>
              <a:r>
                <a:rPr lang="en-US" sz="1600" dirty="0"/>
                <a:t>x1000 Kg</a:t>
              </a:r>
            </a:p>
          </p:txBody>
        </p:sp>
        <p:pic>
          <p:nvPicPr>
            <p:cNvPr id="34" name="Picture 33">
              <a:extLst>
                <a:ext uri="{FF2B5EF4-FFF2-40B4-BE49-F238E27FC236}">
                  <a16:creationId xmlns:a16="http://schemas.microsoft.com/office/drawing/2014/main" id="{3EAA3941-1844-4C21-3B5F-0A6BB793B0DA}"/>
                </a:ext>
              </a:extLst>
            </p:cNvPr>
            <p:cNvPicPr>
              <a:picLocks noChangeAspect="1"/>
            </p:cNvPicPr>
            <p:nvPr/>
          </p:nvPicPr>
          <p:blipFill>
            <a:blip r:embed="rId6"/>
            <a:stretch>
              <a:fillRect/>
            </a:stretch>
          </p:blipFill>
          <p:spPr>
            <a:xfrm>
              <a:off x="6614294" y="1858474"/>
              <a:ext cx="769441" cy="769441"/>
            </a:xfrm>
            <a:prstGeom prst="rect">
              <a:avLst/>
            </a:prstGeom>
          </p:spPr>
        </p:pic>
        <p:sp>
          <p:nvSpPr>
            <p:cNvPr id="35" name="TextBox 34">
              <a:extLst>
                <a:ext uri="{FF2B5EF4-FFF2-40B4-BE49-F238E27FC236}">
                  <a16:creationId xmlns:a16="http://schemas.microsoft.com/office/drawing/2014/main" id="{9E749CDB-AA81-2457-3F97-368F88EA0462}"/>
                </a:ext>
              </a:extLst>
            </p:cNvPr>
            <p:cNvSpPr txBox="1"/>
            <p:nvPr/>
          </p:nvSpPr>
          <p:spPr>
            <a:xfrm>
              <a:off x="6196753" y="2726966"/>
              <a:ext cx="604653" cy="338554"/>
            </a:xfrm>
            <a:prstGeom prst="rect">
              <a:avLst/>
            </a:prstGeom>
            <a:noFill/>
          </p:spPr>
          <p:txBody>
            <a:bodyPr wrap="none" rtlCol="0">
              <a:spAutoFit/>
            </a:bodyPr>
            <a:lstStyle/>
            <a:p>
              <a:r>
                <a:rPr lang="en-US" sz="1600" dirty="0"/>
                <a:t>of oil</a:t>
              </a:r>
            </a:p>
          </p:txBody>
        </p:sp>
        <p:sp>
          <p:nvSpPr>
            <p:cNvPr id="36" name="TextBox 35">
              <a:extLst>
                <a:ext uri="{FF2B5EF4-FFF2-40B4-BE49-F238E27FC236}">
                  <a16:creationId xmlns:a16="http://schemas.microsoft.com/office/drawing/2014/main" id="{75705CB7-053C-16DA-077C-F24237159828}"/>
                </a:ext>
              </a:extLst>
            </p:cNvPr>
            <p:cNvSpPr txBox="1"/>
            <p:nvPr/>
          </p:nvSpPr>
          <p:spPr>
            <a:xfrm>
              <a:off x="11045474" y="2726966"/>
              <a:ext cx="708848" cy="338554"/>
            </a:xfrm>
            <a:prstGeom prst="rect">
              <a:avLst/>
            </a:prstGeom>
            <a:noFill/>
          </p:spPr>
          <p:txBody>
            <a:bodyPr wrap="none" rtlCol="0">
              <a:spAutoFit/>
            </a:bodyPr>
            <a:lstStyle/>
            <a:p>
              <a:r>
                <a:rPr lang="en-US" sz="1600" dirty="0"/>
                <a:t>of gas</a:t>
              </a:r>
            </a:p>
          </p:txBody>
        </p:sp>
        <p:sp>
          <p:nvSpPr>
            <p:cNvPr id="37" name="TextBox 36">
              <a:extLst>
                <a:ext uri="{FF2B5EF4-FFF2-40B4-BE49-F238E27FC236}">
                  <a16:creationId xmlns:a16="http://schemas.microsoft.com/office/drawing/2014/main" id="{77D071CB-8DD6-6742-8E28-251ABFC16629}"/>
                </a:ext>
              </a:extLst>
            </p:cNvPr>
            <p:cNvSpPr txBox="1"/>
            <p:nvPr/>
          </p:nvSpPr>
          <p:spPr>
            <a:xfrm>
              <a:off x="9638008" y="5524110"/>
              <a:ext cx="763351" cy="338554"/>
            </a:xfrm>
            <a:prstGeom prst="rect">
              <a:avLst/>
            </a:prstGeom>
            <a:noFill/>
          </p:spPr>
          <p:txBody>
            <a:bodyPr wrap="none" rtlCol="0">
              <a:spAutoFit/>
            </a:bodyPr>
            <a:lstStyle/>
            <a:p>
              <a:r>
                <a:rPr lang="en-US" sz="1600" dirty="0"/>
                <a:t>of coal</a:t>
              </a:r>
            </a:p>
          </p:txBody>
        </p:sp>
        <p:pic>
          <p:nvPicPr>
            <p:cNvPr id="52" name="Picture 51">
              <a:extLst>
                <a:ext uri="{FF2B5EF4-FFF2-40B4-BE49-F238E27FC236}">
                  <a16:creationId xmlns:a16="http://schemas.microsoft.com/office/drawing/2014/main" id="{5754F26C-AB4A-580A-6E05-825DFFBC7FBD}"/>
                </a:ext>
              </a:extLst>
            </p:cNvPr>
            <p:cNvPicPr>
              <a:picLocks noChangeAspect="1"/>
            </p:cNvPicPr>
            <p:nvPr/>
          </p:nvPicPr>
          <p:blipFill>
            <a:blip r:embed="rId7"/>
            <a:stretch>
              <a:fillRect/>
            </a:stretch>
          </p:blipFill>
          <p:spPr>
            <a:xfrm>
              <a:off x="7751026" y="2193069"/>
              <a:ext cx="2410399" cy="2243147"/>
            </a:xfrm>
            <a:prstGeom prst="rect">
              <a:avLst/>
            </a:prstGeom>
          </p:spPr>
        </p:pic>
      </p:grpSp>
      <p:sp>
        <p:nvSpPr>
          <p:cNvPr id="55" name="TextBox 54">
            <a:extLst>
              <a:ext uri="{FF2B5EF4-FFF2-40B4-BE49-F238E27FC236}">
                <a16:creationId xmlns:a16="http://schemas.microsoft.com/office/drawing/2014/main" id="{8D03CD57-9403-CF5B-1A05-01ADD5E60C68}"/>
              </a:ext>
            </a:extLst>
          </p:cNvPr>
          <p:cNvSpPr txBox="1"/>
          <p:nvPr/>
        </p:nvSpPr>
        <p:spPr>
          <a:xfrm>
            <a:off x="3146978" y="4880323"/>
            <a:ext cx="3049775" cy="369332"/>
          </a:xfrm>
          <a:prstGeom prst="rect">
            <a:avLst/>
          </a:prstGeom>
          <a:solidFill>
            <a:schemeClr val="bg1"/>
          </a:solidFill>
        </p:spPr>
        <p:txBody>
          <a:bodyPr wrap="square">
            <a:spAutoFit/>
          </a:bodyPr>
          <a:lstStyle/>
          <a:p>
            <a:r>
              <a:rPr lang="el-GR" b="0" i="0" dirty="0">
                <a:solidFill>
                  <a:srgbClr val="555C6C"/>
                </a:solidFill>
                <a:effectLst/>
                <a:latin typeface="Times New Roman" panose="02020603050405020304" pitchFamily="18" charset="0"/>
                <a:cs typeface="Times New Roman" panose="02020603050405020304" pitchFamily="18" charset="0"/>
              </a:rPr>
              <a:t>Δ</a:t>
            </a:r>
            <a:r>
              <a:rPr lang="en-US" b="0" i="0" dirty="0">
                <a:solidFill>
                  <a:srgbClr val="555C6C"/>
                </a:solidFill>
                <a:effectLst/>
                <a:latin typeface="Times New Roman" panose="02020603050405020304" pitchFamily="18" charset="0"/>
                <a:cs typeface="Times New Roman" panose="02020603050405020304" pitchFamily="18" charset="0"/>
              </a:rPr>
              <a:t>E</a:t>
            </a:r>
            <a:r>
              <a:rPr lang="en-US" b="0" i="0" baseline="-25000" dirty="0">
                <a:solidFill>
                  <a:srgbClr val="555C6C"/>
                </a:solidFill>
                <a:effectLst/>
                <a:latin typeface="Times New Roman" panose="02020603050405020304" pitchFamily="18" charset="0"/>
                <a:cs typeface="Times New Roman" panose="02020603050405020304" pitchFamily="18" charset="0"/>
              </a:rPr>
              <a:t>(</a:t>
            </a:r>
            <a:r>
              <a:rPr lang="en-US" b="0" i="0" baseline="-25000" dirty="0">
                <a:solidFill>
                  <a:srgbClr val="555C6C"/>
                </a:solidFill>
                <a:effectLst/>
                <a:latin typeface="Futura-Normal"/>
              </a:rPr>
              <a:t>1 U – 235)</a:t>
            </a:r>
            <a:r>
              <a:rPr lang="en-US" b="0" i="0" dirty="0">
                <a:solidFill>
                  <a:srgbClr val="555C6C"/>
                </a:solidFill>
                <a:effectLst/>
                <a:latin typeface="Futura-Normal"/>
              </a:rPr>
              <a:t> = 3.195 × 10</a:t>
            </a:r>
            <a:r>
              <a:rPr lang="en-US" b="0" i="0" baseline="30000" dirty="0">
                <a:solidFill>
                  <a:srgbClr val="555C6C"/>
                </a:solidFill>
                <a:effectLst/>
                <a:latin typeface="Futura-Normal"/>
              </a:rPr>
              <a:t>–11</a:t>
            </a:r>
            <a:r>
              <a:rPr lang="en-US" b="0" i="0" dirty="0">
                <a:solidFill>
                  <a:srgbClr val="555C6C"/>
                </a:solidFill>
                <a:effectLst/>
                <a:latin typeface="Futura-Normal"/>
              </a:rPr>
              <a:t> J</a:t>
            </a:r>
            <a:endParaRPr lang="en-US" dirty="0"/>
          </a:p>
        </p:txBody>
      </p:sp>
    </p:spTree>
    <p:extLst>
      <p:ext uri="{BB962C8B-B14F-4D97-AF65-F5344CB8AC3E}">
        <p14:creationId xmlns:p14="http://schemas.microsoft.com/office/powerpoint/2010/main" val="2633884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E06F346-6797-F579-67AA-A58FF791580C}"/>
              </a:ext>
            </a:extLst>
          </p:cNvPr>
          <p:cNvSpPr txBox="1">
            <a:spLocks/>
          </p:cNvSpPr>
          <p:nvPr/>
        </p:nvSpPr>
        <p:spPr>
          <a:xfrm>
            <a:off x="304997" y="1801638"/>
            <a:ext cx="9594564" cy="376089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3200" i="1" dirty="0">
                <a:solidFill>
                  <a:schemeClr val="bg1"/>
                </a:solidFill>
                <a:effectLst>
                  <a:outerShdw blurRad="38100" dist="38100" dir="2700000" algn="tl">
                    <a:srgbClr val="000000">
                      <a:alpha val="43137"/>
                    </a:srgbClr>
                  </a:outerShdw>
                </a:effectLst>
              </a:rPr>
              <a:t>Hazards of nuclear Energy</a:t>
            </a:r>
          </a:p>
          <a:p>
            <a:pPr marL="0" indent="0">
              <a:buNone/>
            </a:pPr>
            <a:r>
              <a:rPr lang="en-US" dirty="0">
                <a:solidFill>
                  <a:schemeClr val="bg1"/>
                </a:solidFill>
              </a:rPr>
              <a:t>Nuclear Meltdown- One of the downsides of using a solid-state nuclear fuel is that, if due to some reason the cooling system fails, the heat produced due to the chain reaction starts melting the fuel rods making them unoperatable.</a:t>
            </a:r>
          </a:p>
          <a:p>
            <a:pPr marL="0" indent="0">
              <a:buNone/>
            </a:pPr>
            <a:r>
              <a:rPr lang="en-US" dirty="0">
                <a:solidFill>
                  <a:schemeClr val="bg1"/>
                </a:solidFill>
              </a:rPr>
              <a:t>Contamination &amp; leakage- Possible Contamination and radiation leakage may have devastating consequences	. (The cleanup of which could take serval decades as well as could cost plenty of life and resources. It could even yield the affected area inhospitable for years to come).</a:t>
            </a:r>
          </a:p>
          <a:p>
            <a:pPr marL="0" indent="0">
              <a:buNone/>
            </a:pPr>
            <a:r>
              <a:rPr lang="en-US" dirty="0">
                <a:solidFill>
                  <a:schemeClr val="bg1"/>
                </a:solidFill>
              </a:rPr>
              <a:t>Accelerated risks of genetic mutation- It could increase the risk of genetic mutation and radiation induced painful death within minutes of exposure.</a:t>
            </a:r>
          </a:p>
          <a:p>
            <a:pPr marL="0" indent="0">
              <a:buNone/>
            </a:pPr>
            <a:endParaRPr lang="en-US" dirty="0">
              <a:solidFill>
                <a:schemeClr val="bg1"/>
              </a:solidFill>
            </a:endParaRPr>
          </a:p>
        </p:txBody>
      </p:sp>
      <p:cxnSp>
        <p:nvCxnSpPr>
          <p:cNvPr id="8" name="Straight Connector 7">
            <a:extLst>
              <a:ext uri="{FF2B5EF4-FFF2-40B4-BE49-F238E27FC236}">
                <a16:creationId xmlns:a16="http://schemas.microsoft.com/office/drawing/2014/main" id="{B246767F-F1AB-22B7-8B4A-5F89D8723306}"/>
              </a:ext>
            </a:extLst>
          </p:cNvPr>
          <p:cNvCxnSpPr>
            <a:cxnSpLocks/>
          </p:cNvCxnSpPr>
          <p:nvPr/>
        </p:nvCxnSpPr>
        <p:spPr>
          <a:xfrm>
            <a:off x="304997" y="2420898"/>
            <a:ext cx="6096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0066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5000"/>
            <a:lum/>
          </a:blip>
          <a:srcRect/>
          <a:stretch>
            <a:fillRect t="-9000" b="-9000"/>
          </a:stretch>
        </a:blipFill>
        <a:effectLst/>
      </p:bgPr>
    </p:bg>
    <p:spTree>
      <p:nvGrpSpPr>
        <p:cNvPr id="1" name="">
          <a:extLst>
            <a:ext uri="{FF2B5EF4-FFF2-40B4-BE49-F238E27FC236}">
              <a16:creationId xmlns:a16="http://schemas.microsoft.com/office/drawing/2014/main" id="{29EE777D-61CB-ECFE-188C-5260D91957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C30AA0-AF6D-524E-6815-5B4958A30A93}"/>
              </a:ext>
            </a:extLst>
          </p:cNvPr>
          <p:cNvSpPr/>
          <p:nvPr/>
        </p:nvSpPr>
        <p:spPr>
          <a:xfrm>
            <a:off x="706708" y="1452945"/>
            <a:ext cx="10972690" cy="5405054"/>
          </a:xfrm>
          <a:prstGeom prst="rect">
            <a:avLst/>
          </a:prstGeom>
          <a:solidFill>
            <a:schemeClr val="tx1">
              <a:lumMod val="65000"/>
              <a:lumOff val="35000"/>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9DDE1CF1-3660-DE4C-F446-A50CF2395DA2}"/>
              </a:ext>
            </a:extLst>
          </p:cNvPr>
          <p:cNvSpPr txBox="1"/>
          <p:nvPr/>
        </p:nvSpPr>
        <p:spPr>
          <a:xfrm>
            <a:off x="706708" y="1460277"/>
            <a:ext cx="3631315" cy="769441"/>
          </a:xfrm>
          <a:prstGeom prst="rect">
            <a:avLst/>
          </a:prstGeom>
          <a:noFill/>
        </p:spPr>
        <p:txBody>
          <a:bodyPr wrap="none" rtlCol="0">
            <a:spAutoFit/>
          </a:bodyPr>
          <a:lstStyle/>
          <a:p>
            <a:r>
              <a:rPr lang="en-US" sz="4400" dirty="0">
                <a:solidFill>
                  <a:schemeClr val="bg1"/>
                </a:solidFill>
                <a:effectLst>
                  <a:outerShdw blurRad="38100" dist="38100" dir="2700000" algn="tl">
                    <a:srgbClr val="000000">
                      <a:alpha val="43137"/>
                    </a:srgbClr>
                  </a:outerShdw>
                </a:effectLst>
              </a:rPr>
              <a:t>Nuclear Waste</a:t>
            </a:r>
          </a:p>
        </p:txBody>
      </p:sp>
      <p:sp>
        <p:nvSpPr>
          <p:cNvPr id="3" name="Content Placeholder 2">
            <a:extLst>
              <a:ext uri="{FF2B5EF4-FFF2-40B4-BE49-F238E27FC236}">
                <a16:creationId xmlns:a16="http://schemas.microsoft.com/office/drawing/2014/main" id="{B799A561-DF10-F9C4-1E3B-4E85A13CD2BE}"/>
              </a:ext>
            </a:extLst>
          </p:cNvPr>
          <p:cNvSpPr txBox="1">
            <a:spLocks/>
          </p:cNvSpPr>
          <p:nvPr/>
        </p:nvSpPr>
        <p:spPr>
          <a:xfrm>
            <a:off x="850042" y="1737167"/>
            <a:ext cx="10555057" cy="3760891"/>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endParaRPr lang="en-US" dirty="0">
              <a:solidFill>
                <a:schemeClr val="bg1"/>
              </a:solidFill>
            </a:endParaRPr>
          </a:p>
          <a:p>
            <a:pPr>
              <a:buFont typeface="Courier New" panose="02070309020205020404" pitchFamily="49" charset="0"/>
              <a:buChar char="o"/>
            </a:pPr>
            <a:r>
              <a:rPr lang="en-US" dirty="0">
                <a:solidFill>
                  <a:schemeClr val="bg1"/>
                </a:solidFill>
              </a:rPr>
              <a:t>One of the key challenges faced is that even when the nuclear fuel is all used up it is radioactive and emits extreme amount of radiation through the years of the half of life. Hence, it needs to be separately processed and contained for disposal.</a:t>
            </a:r>
          </a:p>
          <a:p>
            <a:pPr>
              <a:buFont typeface="Courier New" panose="02070309020205020404" pitchFamily="49" charset="0"/>
              <a:buChar char="o"/>
            </a:pPr>
            <a:r>
              <a:rPr lang="en-US" dirty="0">
                <a:solidFill>
                  <a:schemeClr val="bg1"/>
                </a:solidFill>
              </a:rPr>
              <a:t>Used up fuel needs to be carefully disposed in a manner that it does not vent radiation into the surrounding. Failing to properly dispose nuclear waste risks it’s introduction into </a:t>
            </a:r>
          </a:p>
          <a:p>
            <a:pPr>
              <a:buFont typeface="Courier New" panose="02070309020205020404" pitchFamily="49" charset="0"/>
              <a:buChar char="o"/>
            </a:pPr>
            <a:r>
              <a:rPr lang="en-US" dirty="0">
                <a:solidFill>
                  <a:schemeClr val="bg1"/>
                </a:solidFill>
              </a:rPr>
              <a:t>Undisposed nuclear waste can also be used to develop a biological weapon in form of a ‘dirt bomb’. </a:t>
            </a:r>
          </a:p>
        </p:txBody>
      </p:sp>
      <p:cxnSp>
        <p:nvCxnSpPr>
          <p:cNvPr id="5" name="Straight Connector 4">
            <a:extLst>
              <a:ext uri="{FF2B5EF4-FFF2-40B4-BE49-F238E27FC236}">
                <a16:creationId xmlns:a16="http://schemas.microsoft.com/office/drawing/2014/main" id="{C8B56BC8-C9A0-9A92-BE6E-E1F26599D95F}"/>
              </a:ext>
            </a:extLst>
          </p:cNvPr>
          <p:cNvCxnSpPr>
            <a:cxnSpLocks/>
          </p:cNvCxnSpPr>
          <p:nvPr/>
        </p:nvCxnSpPr>
        <p:spPr>
          <a:xfrm>
            <a:off x="186507" y="1347393"/>
            <a:ext cx="60960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25C3EAE-7DBA-6DEC-AC93-0D7CAA87F9D6}"/>
              </a:ext>
            </a:extLst>
          </p:cNvPr>
          <p:cNvCxnSpPr>
            <a:cxnSpLocks/>
          </p:cNvCxnSpPr>
          <p:nvPr/>
        </p:nvCxnSpPr>
        <p:spPr>
          <a:xfrm>
            <a:off x="609653" y="424837"/>
            <a:ext cx="0" cy="513304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2262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781496B0-C2D4-5D85-F50C-55F9E012F16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DE153C-444A-68F3-E2B4-9D3F2A54204B}"/>
              </a:ext>
            </a:extLst>
          </p:cNvPr>
          <p:cNvSpPr/>
          <p:nvPr/>
        </p:nvSpPr>
        <p:spPr>
          <a:xfrm>
            <a:off x="677332" y="2156178"/>
            <a:ext cx="7089423" cy="3951589"/>
          </a:xfrm>
          <a:prstGeom prst="rect">
            <a:avLst/>
          </a:prstGeom>
          <a:solidFill>
            <a:schemeClr val="tx1">
              <a:alpha val="4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extBox 1">
            <a:extLst>
              <a:ext uri="{FF2B5EF4-FFF2-40B4-BE49-F238E27FC236}">
                <a16:creationId xmlns:a16="http://schemas.microsoft.com/office/drawing/2014/main" id="{2A91131C-B7CC-7CE5-1AC8-C16DECCF5BE3}"/>
              </a:ext>
            </a:extLst>
          </p:cNvPr>
          <p:cNvSpPr txBox="1"/>
          <p:nvPr/>
        </p:nvSpPr>
        <p:spPr>
          <a:xfrm>
            <a:off x="1217292" y="3108404"/>
            <a:ext cx="6425285" cy="2431435"/>
          </a:xfrm>
          <a:prstGeom prst="rect">
            <a:avLst/>
          </a:prstGeom>
          <a:noFill/>
        </p:spPr>
        <p:txBody>
          <a:bodyPr wrap="square" rtlCol="0">
            <a:spAutoFit/>
          </a:bodyPr>
          <a:lstStyle/>
          <a:p>
            <a:r>
              <a:rPr lang="en-US" sz="1900" dirty="0">
                <a:solidFill>
                  <a:schemeClr val="bg1"/>
                </a:solidFill>
              </a:rPr>
              <a:t>The IAEA or the International Atomic Energy Agency is an organization working for increasing nuclear co-operation. It was established prevent nuclear proliferation, has specific roles as the international safeguards inspectorate and as a multilateral channel for transferring peaceful applications of nuclear technology. The IAEA conducts regular inspection of enrichment sites and nuclear powerplant to check specified nuclear protocols are being followed.</a:t>
            </a:r>
          </a:p>
        </p:txBody>
      </p:sp>
      <p:pic>
        <p:nvPicPr>
          <p:cNvPr id="3" name="Picture 2">
            <a:extLst>
              <a:ext uri="{FF2B5EF4-FFF2-40B4-BE49-F238E27FC236}">
                <a16:creationId xmlns:a16="http://schemas.microsoft.com/office/drawing/2014/main" id="{A305DC64-B458-210F-E6B7-C8533B5E0E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403644" y="3554432"/>
            <a:ext cx="2553335" cy="2553335"/>
          </a:xfrm>
          <a:prstGeom prst="rect">
            <a:avLst/>
          </a:prstGeom>
          <a:noFill/>
          <a:ln>
            <a:noFill/>
          </a:ln>
        </p:spPr>
      </p:pic>
      <p:sp>
        <p:nvSpPr>
          <p:cNvPr id="5" name="TextBox 4">
            <a:extLst>
              <a:ext uri="{FF2B5EF4-FFF2-40B4-BE49-F238E27FC236}">
                <a16:creationId xmlns:a16="http://schemas.microsoft.com/office/drawing/2014/main" id="{CE3F8664-F5DE-FD16-59C3-93DED2CFC58F}"/>
              </a:ext>
            </a:extLst>
          </p:cNvPr>
          <p:cNvSpPr txBox="1"/>
          <p:nvPr/>
        </p:nvSpPr>
        <p:spPr>
          <a:xfrm>
            <a:off x="1217292" y="2338963"/>
            <a:ext cx="1241045" cy="769441"/>
          </a:xfrm>
          <a:prstGeom prst="rect">
            <a:avLst/>
          </a:prstGeom>
          <a:noFill/>
        </p:spPr>
        <p:txBody>
          <a:bodyPr wrap="none" rtlCol="0">
            <a:spAutoFit/>
          </a:bodyPr>
          <a:lstStyle/>
          <a:p>
            <a:r>
              <a:rPr lang="en-US" sz="4400" dirty="0">
                <a:solidFill>
                  <a:schemeClr val="bg1"/>
                </a:solidFill>
              </a:rPr>
              <a:t>IAEA</a:t>
            </a:r>
          </a:p>
        </p:txBody>
      </p:sp>
      <p:cxnSp>
        <p:nvCxnSpPr>
          <p:cNvPr id="7" name="Straight Connector 6">
            <a:extLst>
              <a:ext uri="{FF2B5EF4-FFF2-40B4-BE49-F238E27FC236}">
                <a16:creationId xmlns:a16="http://schemas.microsoft.com/office/drawing/2014/main" id="{B9B931C9-34B3-D909-2B45-482C5DDCD820}"/>
              </a:ext>
            </a:extLst>
          </p:cNvPr>
          <p:cNvCxnSpPr/>
          <p:nvPr/>
        </p:nvCxnSpPr>
        <p:spPr>
          <a:xfrm>
            <a:off x="1104403" y="3025422"/>
            <a:ext cx="39417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9304C01-5289-F1EB-ADE3-DD4B481CCC6E}"/>
              </a:ext>
            </a:extLst>
          </p:cNvPr>
          <p:cNvCxnSpPr/>
          <p:nvPr/>
        </p:nvCxnSpPr>
        <p:spPr>
          <a:xfrm>
            <a:off x="4775200" y="5539839"/>
            <a:ext cx="28673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F5FE2E8-5BB3-976A-93AD-B17616EA2931}"/>
              </a:ext>
            </a:extLst>
          </p:cNvPr>
          <p:cNvCxnSpPr/>
          <p:nvPr/>
        </p:nvCxnSpPr>
        <p:spPr>
          <a:xfrm>
            <a:off x="7439378" y="4718756"/>
            <a:ext cx="0" cy="11288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555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a:extLst>
            <a:ext uri="{FF2B5EF4-FFF2-40B4-BE49-F238E27FC236}">
              <a16:creationId xmlns:a16="http://schemas.microsoft.com/office/drawing/2014/main" id="{E97FE5D2-6A20-AAF0-F215-2C3EFBC74F7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DB15DE-ED16-4BDA-802D-9F5D9EBA473A}"/>
              </a:ext>
            </a:extLst>
          </p:cNvPr>
          <p:cNvSpPr txBox="1"/>
          <p:nvPr/>
        </p:nvSpPr>
        <p:spPr>
          <a:xfrm>
            <a:off x="4891751" y="4581120"/>
            <a:ext cx="6009979" cy="1107996"/>
          </a:xfrm>
          <a:prstGeom prst="rect">
            <a:avLst/>
          </a:prstGeom>
          <a:noFill/>
        </p:spPr>
        <p:txBody>
          <a:bodyPr wrap="none" rtlCol="0">
            <a:spAutoFit/>
          </a:bodyPr>
          <a:lstStyle/>
          <a:p>
            <a:r>
              <a:rPr lang="en-US" sz="6600" dirty="0">
                <a:solidFill>
                  <a:schemeClr val="bg1"/>
                </a:solidFill>
                <a:effectLst>
                  <a:outerShdw blurRad="38100" dist="38100" dir="2700000" algn="tl">
                    <a:srgbClr val="000000">
                      <a:alpha val="43137"/>
                    </a:srgbClr>
                  </a:outerShdw>
                </a:effectLst>
                <a:latin typeface="+mj-lt"/>
              </a:rPr>
              <a:t>QUESTIONS?</a:t>
            </a:r>
          </a:p>
        </p:txBody>
      </p:sp>
      <p:cxnSp>
        <p:nvCxnSpPr>
          <p:cNvPr id="4" name="Straight Connector 3">
            <a:extLst>
              <a:ext uri="{FF2B5EF4-FFF2-40B4-BE49-F238E27FC236}">
                <a16:creationId xmlns:a16="http://schemas.microsoft.com/office/drawing/2014/main" id="{55CF86DC-3918-5BAD-8767-E118EE06B942}"/>
              </a:ext>
            </a:extLst>
          </p:cNvPr>
          <p:cNvCxnSpPr>
            <a:cxnSpLocks/>
          </p:cNvCxnSpPr>
          <p:nvPr/>
        </p:nvCxnSpPr>
        <p:spPr>
          <a:xfrm>
            <a:off x="6642100" y="5689116"/>
            <a:ext cx="425963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558C326-41FA-B468-0A6A-8C71A2B22719}"/>
              </a:ext>
            </a:extLst>
          </p:cNvPr>
          <p:cNvCxnSpPr>
            <a:cxnSpLocks/>
          </p:cNvCxnSpPr>
          <p:nvPr/>
        </p:nvCxnSpPr>
        <p:spPr>
          <a:xfrm flipV="1">
            <a:off x="10575315" y="2336800"/>
            <a:ext cx="0" cy="3614597"/>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CB52064-C310-A422-17E0-7841D4253FCD}"/>
              </a:ext>
            </a:extLst>
          </p:cNvPr>
          <p:cNvSpPr/>
          <p:nvPr/>
        </p:nvSpPr>
        <p:spPr>
          <a:xfrm>
            <a:off x="11083315" y="0"/>
            <a:ext cx="110868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7EA4AD-0F6C-74E5-810E-1DA10CDE7AAB}"/>
              </a:ext>
            </a:extLst>
          </p:cNvPr>
          <p:cNvSpPr/>
          <p:nvPr/>
        </p:nvSpPr>
        <p:spPr>
          <a:xfrm rot="5400000">
            <a:off x="5712548" y="378547"/>
            <a:ext cx="766902" cy="121920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C0826FD-50D6-FADE-ABBE-FF0067287F1E}"/>
              </a:ext>
            </a:extLst>
          </p:cNvPr>
          <p:cNvSpPr/>
          <p:nvPr/>
        </p:nvSpPr>
        <p:spPr>
          <a:xfrm rot="5400000">
            <a:off x="5712550" y="-5712550"/>
            <a:ext cx="766902" cy="1219200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A74FB4B-1FAF-308A-41B9-AC8B264835C5}"/>
              </a:ext>
            </a:extLst>
          </p:cNvPr>
          <p:cNvSpPr/>
          <p:nvPr/>
        </p:nvSpPr>
        <p:spPr>
          <a:xfrm>
            <a:off x="-2" y="0"/>
            <a:ext cx="283184"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9215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FFC3919-73D0-BE91-DC44-0E04047FF395}"/>
              </a:ext>
            </a:extLst>
          </p:cNvPr>
          <p:cNvSpPr/>
          <p:nvPr/>
        </p:nvSpPr>
        <p:spPr>
          <a:xfrm>
            <a:off x="0" y="0"/>
            <a:ext cx="4161029"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80DF8A-5F7D-2A15-D975-6715AF09D7C6}"/>
              </a:ext>
            </a:extLst>
          </p:cNvPr>
          <p:cNvSpPr>
            <a:spLocks noGrp="1"/>
          </p:cNvSpPr>
          <p:nvPr>
            <p:ph type="title"/>
          </p:nvPr>
        </p:nvSpPr>
        <p:spPr>
          <a:xfrm>
            <a:off x="161868" y="2196083"/>
            <a:ext cx="3517567" cy="2093975"/>
          </a:xfrm>
        </p:spPr>
        <p:txBody>
          <a:bodyPr>
            <a:normAutofit/>
          </a:bodyPr>
          <a:lstStyle/>
          <a:p>
            <a:r>
              <a:rPr lang="en-US" sz="6000" dirty="0">
                <a:latin typeface="Arial Black" panose="020B0A04020102020204" pitchFamily="34" charset="0"/>
              </a:rPr>
              <a:t>Thank</a:t>
            </a:r>
            <a:br>
              <a:rPr lang="en-US" sz="6000" dirty="0">
                <a:latin typeface="Arial Black" panose="020B0A04020102020204" pitchFamily="34" charset="0"/>
              </a:rPr>
            </a:br>
            <a:r>
              <a:rPr lang="en-US" sz="6000" dirty="0">
                <a:latin typeface="Arial Black" panose="020B0A04020102020204" pitchFamily="34" charset="0"/>
              </a:rPr>
              <a:t>You</a:t>
            </a:r>
          </a:p>
        </p:txBody>
      </p:sp>
      <p:pic>
        <p:nvPicPr>
          <p:cNvPr id="6" name="Content Placeholder 5">
            <a:extLst>
              <a:ext uri="{FF2B5EF4-FFF2-40B4-BE49-F238E27FC236}">
                <a16:creationId xmlns:a16="http://schemas.microsoft.com/office/drawing/2014/main" id="{E7F9A95A-4D50-7638-BFB1-1372C7C18848}"/>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rcRect t="5864" b="4293"/>
          <a:stretch/>
        </p:blipFill>
        <p:spPr>
          <a:xfrm>
            <a:off x="4161032" y="0"/>
            <a:ext cx="7736305" cy="6858001"/>
          </a:xfrm>
        </p:spPr>
      </p:pic>
      <p:sp>
        <p:nvSpPr>
          <p:cNvPr id="23" name="Rectangle 22">
            <a:extLst>
              <a:ext uri="{FF2B5EF4-FFF2-40B4-BE49-F238E27FC236}">
                <a16:creationId xmlns:a16="http://schemas.microsoft.com/office/drawing/2014/main" id="{9A2CC7FA-9BBC-3DE0-2373-882A253D9F0D}"/>
              </a:ext>
            </a:extLst>
          </p:cNvPr>
          <p:cNvSpPr/>
          <p:nvPr/>
        </p:nvSpPr>
        <p:spPr>
          <a:xfrm>
            <a:off x="11897337" y="0"/>
            <a:ext cx="294659" cy="673734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7CB043BB-3DB4-A4DB-49F9-A7822C694730}"/>
              </a:ext>
            </a:extLst>
          </p:cNvPr>
          <p:cNvCxnSpPr>
            <a:cxnSpLocks/>
          </p:cNvCxnSpPr>
          <p:nvPr/>
        </p:nvCxnSpPr>
        <p:spPr>
          <a:xfrm flipH="1">
            <a:off x="0" y="990600"/>
            <a:ext cx="47879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65BF8E-D5D7-2FB9-3CBB-C296AD9B7326}"/>
              </a:ext>
            </a:extLst>
          </p:cNvPr>
          <p:cNvCxnSpPr/>
          <p:nvPr/>
        </p:nvCxnSpPr>
        <p:spPr>
          <a:xfrm flipH="1">
            <a:off x="3492500" y="6604000"/>
            <a:ext cx="86995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B6B9D6F3-215B-3055-28D9-4A809B427E02}"/>
              </a:ext>
            </a:extLst>
          </p:cNvPr>
          <p:cNvSpPr/>
          <p:nvPr/>
        </p:nvSpPr>
        <p:spPr>
          <a:xfrm>
            <a:off x="2510029" y="6737347"/>
            <a:ext cx="9681971" cy="158750"/>
          </a:xfrm>
          <a:prstGeom prst="rect">
            <a:avLst/>
          </a:prstGeom>
          <a:solidFill>
            <a:schemeClr val="tx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C6129721-6E5C-F6B1-24EB-92403F13C907}"/>
              </a:ext>
            </a:extLst>
          </p:cNvPr>
          <p:cNvCxnSpPr>
            <a:cxnSpLocks/>
          </p:cNvCxnSpPr>
          <p:nvPr/>
        </p:nvCxnSpPr>
        <p:spPr>
          <a:xfrm rot="5400000" flipH="1">
            <a:off x="-483381" y="3797300"/>
            <a:ext cx="86995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4003472"/>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{3B63981F-CABD-4907-9BD3-B1547AEA7429}tf22712842_win32</Template>
  <TotalTime>1657</TotalTime>
  <Words>1111</Words>
  <Application>Microsoft Office PowerPoint</Application>
  <PresentationFormat>Widescreen</PresentationFormat>
  <Paragraphs>89</Paragraphs>
  <Slides>15</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 Black</vt:lpstr>
      <vt:lpstr>Bookman Old Style</vt:lpstr>
      <vt:lpstr>Calibri</vt:lpstr>
      <vt:lpstr>Cambria Math</vt:lpstr>
      <vt:lpstr>Courier New</vt:lpstr>
      <vt:lpstr>Franklin Gothic Book</vt:lpstr>
      <vt:lpstr>Futura-Normal</vt:lpstr>
      <vt:lpstr>Times New Roman</vt:lpstr>
      <vt:lpstr>Custom</vt:lpstr>
      <vt:lpstr>NUCLEAR ENERGY</vt:lpstr>
      <vt:lpstr>PowerPoint Presentation</vt:lpstr>
      <vt:lpstr>PowerPoint Presentation</vt:lpstr>
      <vt:lpstr>Timeline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tanishk mr</dc:creator>
  <cp:lastModifiedBy>tanishk mr</cp:lastModifiedBy>
  <cp:revision>12</cp:revision>
  <dcterms:created xsi:type="dcterms:W3CDTF">2025-04-30T21:03:50Z</dcterms:created>
  <dcterms:modified xsi:type="dcterms:W3CDTF">2025-05-03T00:50:40Z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